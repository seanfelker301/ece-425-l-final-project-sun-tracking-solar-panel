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0" r:id="rId1"/>
  </p:sldMasterIdLst>
  <p:sldIdLst>
    <p:sldId id="256" r:id="rId2"/>
    <p:sldId id="257" r:id="rId3"/>
    <p:sldId id="259" r:id="rId4"/>
    <p:sldId id="260" r:id="rId5"/>
    <p:sldId id="258" r:id="rId6"/>
    <p:sldId id="261" r:id="rId7"/>
    <p:sldId id="262" r:id="rId8"/>
    <p:sldId id="263" r:id="rId9"/>
    <p:sldId id="265" r:id="rId10"/>
    <p:sldId id="267" r:id="rId11"/>
    <p:sldId id="266"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671420-2271-014D-AB1A-AF7AC3C19FC9}" v="198" dt="2025-07-07T05:28:57.791"/>
    <p1510:client id="{5E66C073-92DD-C1E1-0A3A-255C6F66C963}" v="12" dt="2025-07-08T00:53:26.307"/>
    <p1510:client id="{7DAE327F-D4EC-A187-27FD-E52596DBCC73}" v="2" dt="2025-07-07T19:20:13.479"/>
    <p1510:client id="{8B17B343-C6D9-9AE0-E266-6CD236D370B6}" v="5" dt="2025-07-06T17:29:29.7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36A0-9F24-45BF-B389-F6478DB45CE3}"/>
              </a:ext>
            </a:extLst>
          </p:cNvPr>
          <p:cNvSpPr>
            <a:spLocks noGrp="1"/>
          </p:cNvSpPr>
          <p:nvPr>
            <p:ph type="ctrTitle"/>
          </p:nvPr>
        </p:nvSpPr>
        <p:spPr>
          <a:xfrm>
            <a:off x="1524000" y="1028700"/>
            <a:ext cx="9144000" cy="2481263"/>
          </a:xfrm>
        </p:spPr>
        <p:txBody>
          <a:bodyPr anchor="b">
            <a:normAutofit/>
          </a:bodyPr>
          <a:lstStyle>
            <a:lvl1pPr algn="ctr">
              <a:lnSpc>
                <a:spcPct val="100000"/>
              </a:lnSpc>
              <a:defRPr sz="4000" spc="75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13D85EF-076F-4C35-862A-BAFF685DD6B5}"/>
              </a:ext>
            </a:extLst>
          </p:cNvPr>
          <p:cNvSpPr>
            <a:spLocks noGrp="1"/>
          </p:cNvSpPr>
          <p:nvPr>
            <p:ph type="subTitle" idx="1"/>
          </p:nvPr>
        </p:nvSpPr>
        <p:spPr>
          <a:xfrm>
            <a:off x="1524000" y="3824376"/>
            <a:ext cx="9144000" cy="1433423"/>
          </a:xfrm>
        </p:spPr>
        <p:txBody>
          <a:bodyPr>
            <a:normAutofit/>
          </a:bodyPr>
          <a:lstStyle>
            <a:lvl1pPr marL="0" indent="0" algn="ctr">
              <a:lnSpc>
                <a:spcPct val="150000"/>
              </a:lnSpc>
              <a:buNone/>
              <a:defRPr sz="1600" b="1" cap="all" spc="6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E221EC-BF54-4DDD-8900-F2027CDAD35C}"/>
              </a:ext>
            </a:extLst>
          </p:cNvPr>
          <p:cNvSpPr>
            <a:spLocks noGrp="1"/>
          </p:cNvSpPr>
          <p:nvPr>
            <p:ph type="dt" sz="half" idx="10"/>
          </p:nvPr>
        </p:nvSpPr>
        <p:spPr/>
        <p:txBody>
          <a:bodyPr/>
          <a:lstStyle/>
          <a:p>
            <a:fld id="{888411FB-1606-4EC5-9BCA-2DC04C2243EA}" type="datetimeFigureOut">
              <a:rPr lang="en-US" dirty="0"/>
              <a:t>7/7/2025</a:t>
            </a:fld>
            <a:endParaRPr lang="en-US"/>
          </a:p>
        </p:txBody>
      </p:sp>
      <p:sp>
        <p:nvSpPr>
          <p:cNvPr id="5" name="Footer Placeholder 4">
            <a:extLst>
              <a:ext uri="{FF2B5EF4-FFF2-40B4-BE49-F238E27FC236}">
                <a16:creationId xmlns:a16="http://schemas.microsoft.com/office/drawing/2014/main" id="{7CD5AB69-7069-48FB-8925-F2BA84129A5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B29C32A-F7A5-4E3B-A28F-09C82341EB22}"/>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3250080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99D7-1EE5-4262-9359-A0E2B733116C}"/>
              </a:ext>
            </a:extLst>
          </p:cNvPr>
          <p:cNvSpPr>
            <a:spLocks noGrp="1"/>
          </p:cNvSpPr>
          <p:nvPr>
            <p:ph type="title"/>
          </p:nvPr>
        </p:nvSpPr>
        <p:spPr>
          <a:xfrm>
            <a:off x="1371600" y="793080"/>
            <a:ext cx="10240903" cy="123348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B3DA1C5-272A-45C2-A11A-E7769A27D32F}"/>
              </a:ext>
            </a:extLst>
          </p:cNvPr>
          <p:cNvSpPr>
            <a:spLocks noGrp="1"/>
          </p:cNvSpPr>
          <p:nvPr>
            <p:ph idx="1"/>
          </p:nvPr>
        </p:nvSpPr>
        <p:spPr>
          <a:xfrm>
            <a:off x="1371600" y="2114939"/>
            <a:ext cx="10240903" cy="395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3DA15-1EAB-4524-9BB7-8A7DA82A20AD}"/>
              </a:ext>
            </a:extLst>
          </p:cNvPr>
          <p:cNvSpPr>
            <a:spLocks noGrp="1"/>
          </p:cNvSpPr>
          <p:nvPr>
            <p:ph type="dt" sz="half" idx="10"/>
          </p:nvPr>
        </p:nvSpPr>
        <p:spPr/>
        <p:txBody>
          <a:bodyPr/>
          <a:lstStyle/>
          <a:p>
            <a:fld id="{D3BCAA53-8FBA-45E2-8B10-F7DD55E4E759}" type="datetimeFigureOut">
              <a:rPr lang="en-US" dirty="0"/>
              <a:t>7/7/2025</a:t>
            </a:fld>
            <a:endParaRPr lang="en-US"/>
          </a:p>
        </p:txBody>
      </p:sp>
      <p:sp>
        <p:nvSpPr>
          <p:cNvPr id="5" name="Footer Placeholder 4">
            <a:extLst>
              <a:ext uri="{FF2B5EF4-FFF2-40B4-BE49-F238E27FC236}">
                <a16:creationId xmlns:a16="http://schemas.microsoft.com/office/drawing/2014/main" id="{A1EB93B9-7818-489D-AFFB-B6EAD27FF1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4528D36-894E-4FCB-B8BB-84DE89949B23}"/>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21074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964F1-5687-421F-B3DF-BA3C8DADC0E6}"/>
              </a:ext>
            </a:extLst>
          </p:cNvPr>
          <p:cNvSpPr>
            <a:spLocks noGrp="1"/>
          </p:cNvSpPr>
          <p:nvPr>
            <p:ph type="title"/>
          </p:nvPr>
        </p:nvSpPr>
        <p:spPr>
          <a:xfrm>
            <a:off x="1380930" y="1709738"/>
            <a:ext cx="9966519" cy="2852737"/>
          </a:xfrm>
        </p:spPr>
        <p:txBody>
          <a:bodyPr anchor="b">
            <a:normAutofit/>
          </a:bodyPr>
          <a:lstStyle>
            <a:lvl1pPr>
              <a:defRPr sz="4400" spc="750" baseline="0"/>
            </a:lvl1pPr>
          </a:lstStyle>
          <a:p>
            <a:r>
              <a:rPr lang="en-US"/>
              <a:t>Click to edit Master title style</a:t>
            </a:r>
          </a:p>
        </p:txBody>
      </p:sp>
      <p:sp>
        <p:nvSpPr>
          <p:cNvPr id="3" name="Text Placeholder 2">
            <a:extLst>
              <a:ext uri="{FF2B5EF4-FFF2-40B4-BE49-F238E27FC236}">
                <a16:creationId xmlns:a16="http://schemas.microsoft.com/office/drawing/2014/main" id="{1DDBB876-5FD9-4964-BD37-6F05DAEBE325}"/>
              </a:ext>
            </a:extLst>
          </p:cNvPr>
          <p:cNvSpPr>
            <a:spLocks noGrp="1"/>
          </p:cNvSpPr>
          <p:nvPr>
            <p:ph type="body" idx="1"/>
          </p:nvPr>
        </p:nvSpPr>
        <p:spPr>
          <a:xfrm>
            <a:off x="1380930" y="4976327"/>
            <a:ext cx="9966520" cy="1113323"/>
          </a:xfrm>
        </p:spPr>
        <p:txBody>
          <a:bodyPr>
            <a:normAutofit/>
          </a:bodyPr>
          <a:lstStyle>
            <a:lvl1pPr marL="0" indent="0">
              <a:buNone/>
              <a:defRPr sz="1200" spc="600">
                <a:solidFill>
                  <a:schemeClr val="tx1">
                    <a:tint val="75000"/>
                  </a:schemeClr>
                </a:solidFill>
              </a:defRPr>
            </a:lvl1pPr>
            <a:lvl2pPr marL="457200" indent="0">
              <a:buNone/>
              <a:defRPr sz="1200">
                <a:solidFill>
                  <a:schemeClr val="tx1">
                    <a:tint val="75000"/>
                  </a:schemeClr>
                </a:solidFill>
              </a:defRPr>
            </a:lvl2pPr>
            <a:lvl3pPr marL="914400" indent="0">
              <a:buNone/>
              <a:defRPr sz="1200">
                <a:solidFill>
                  <a:schemeClr val="tx1">
                    <a:tint val="75000"/>
                  </a:schemeClr>
                </a:solidFill>
              </a:defRPr>
            </a:lvl3pPr>
            <a:lvl4pPr marL="1371600" indent="0">
              <a:buNone/>
              <a:defRPr sz="1200">
                <a:solidFill>
                  <a:schemeClr val="tx1">
                    <a:tint val="75000"/>
                  </a:schemeClr>
                </a:solidFill>
              </a:defRPr>
            </a:lvl4pPr>
            <a:lvl5pPr marL="1828800" indent="0">
              <a:buNone/>
              <a:defRPr sz="1200">
                <a:solidFill>
                  <a:schemeClr val="tx1">
                    <a:tint val="75000"/>
                  </a:schemeClr>
                </a:solidFill>
              </a:defRPr>
            </a:lvl5pPr>
            <a:lvl6pPr marL="2286000" indent="0">
              <a:buNone/>
              <a:defRPr sz="1200">
                <a:solidFill>
                  <a:schemeClr val="tx1">
                    <a:tint val="75000"/>
                  </a:schemeClr>
                </a:solidFill>
              </a:defRPr>
            </a:lvl6pPr>
            <a:lvl7pPr marL="2743200" indent="0">
              <a:buNone/>
              <a:defRPr sz="1200">
                <a:solidFill>
                  <a:schemeClr val="tx1">
                    <a:tint val="75000"/>
                  </a:schemeClr>
                </a:solidFill>
              </a:defRPr>
            </a:lvl7pPr>
            <a:lvl8pPr marL="3200400" indent="0">
              <a:buNone/>
              <a:defRPr sz="1200">
                <a:solidFill>
                  <a:schemeClr val="tx1">
                    <a:tint val="75000"/>
                  </a:schemeClr>
                </a:solidFill>
              </a:defRPr>
            </a:lvl8pPr>
            <a:lvl9pPr marL="36576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EA80A-FCDD-4009-9A1F-8B54817869DC}"/>
              </a:ext>
            </a:extLst>
          </p:cNvPr>
          <p:cNvSpPr>
            <a:spLocks noGrp="1"/>
          </p:cNvSpPr>
          <p:nvPr>
            <p:ph type="dt" sz="half" idx="10"/>
          </p:nvPr>
        </p:nvSpPr>
        <p:spPr/>
        <p:txBody>
          <a:bodyPr/>
          <a:lstStyle/>
          <a:p>
            <a:fld id="{2F8C84CF-6F0D-4195-920D-9D6F75893720}" type="datetimeFigureOut">
              <a:rPr lang="en-US" dirty="0"/>
              <a:t>7/7/2025</a:t>
            </a:fld>
            <a:endParaRPr lang="en-US"/>
          </a:p>
        </p:txBody>
      </p:sp>
      <p:sp>
        <p:nvSpPr>
          <p:cNvPr id="5" name="Footer Placeholder 4">
            <a:extLst>
              <a:ext uri="{FF2B5EF4-FFF2-40B4-BE49-F238E27FC236}">
                <a16:creationId xmlns:a16="http://schemas.microsoft.com/office/drawing/2014/main" id="{EA4A3422-56D9-4942-BC63-831AED91F16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D4B42A-AC2C-4FD8-AD0D-BECDD3846D3A}"/>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27538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FDAF1-8359-4A0F-91B3-03E77C670543}"/>
              </a:ext>
            </a:extLst>
          </p:cNvPr>
          <p:cNvSpPr>
            <a:spLocks noGrp="1"/>
          </p:cNvSpPr>
          <p:nvPr>
            <p:ph type="title"/>
          </p:nvPr>
        </p:nvSpPr>
        <p:spPr>
          <a:xfrm>
            <a:off x="1044054" y="457200"/>
            <a:ext cx="10309745" cy="1233488"/>
          </a:xfrm>
        </p:spPr>
        <p:txBody>
          <a:bodyPr>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21E3D3-6B33-4CA0-B06B-A8BB05CAB3C4}"/>
              </a:ext>
            </a:extLst>
          </p:cNvPr>
          <p:cNvSpPr>
            <a:spLocks noGrp="1"/>
          </p:cNvSpPr>
          <p:nvPr>
            <p:ph sz="half" idx="1"/>
          </p:nvPr>
        </p:nvSpPr>
        <p:spPr>
          <a:xfrm>
            <a:off x="1044054" y="1996141"/>
            <a:ext cx="4975746" cy="418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29C334-815D-47FD-A9B5-E871E28641C9}"/>
              </a:ext>
            </a:extLst>
          </p:cNvPr>
          <p:cNvSpPr>
            <a:spLocks noGrp="1"/>
          </p:cNvSpPr>
          <p:nvPr>
            <p:ph sz="half" idx="2"/>
          </p:nvPr>
        </p:nvSpPr>
        <p:spPr>
          <a:xfrm>
            <a:off x="6172200" y="1996141"/>
            <a:ext cx="5181600" cy="418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7975F2-7A90-4820-B90F-D28E31A35EB8}"/>
              </a:ext>
            </a:extLst>
          </p:cNvPr>
          <p:cNvSpPr>
            <a:spLocks noGrp="1"/>
          </p:cNvSpPr>
          <p:nvPr>
            <p:ph type="dt" sz="half" idx="10"/>
          </p:nvPr>
        </p:nvSpPr>
        <p:spPr/>
        <p:txBody>
          <a:bodyPr/>
          <a:lstStyle/>
          <a:p>
            <a:fld id="{121B3BBE-A1CF-4CC7-B02C-EBCBBE110242}" type="datetimeFigureOut">
              <a:rPr lang="en-US" dirty="0"/>
              <a:t>7/7/2025</a:t>
            </a:fld>
            <a:endParaRPr lang="en-US"/>
          </a:p>
        </p:txBody>
      </p:sp>
      <p:sp>
        <p:nvSpPr>
          <p:cNvPr id="6" name="Footer Placeholder 5">
            <a:extLst>
              <a:ext uri="{FF2B5EF4-FFF2-40B4-BE49-F238E27FC236}">
                <a16:creationId xmlns:a16="http://schemas.microsoft.com/office/drawing/2014/main" id="{823CFAD5-8AF8-4610-8324-85AA062E271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6808CC8-C46E-4A10-8A83-7A251067EA68}"/>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72105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82B8-F9D9-4F53-A4A6-F12EB5F12846}"/>
              </a:ext>
            </a:extLst>
          </p:cNvPr>
          <p:cNvSpPr>
            <a:spLocks noGrp="1"/>
          </p:cNvSpPr>
          <p:nvPr>
            <p:ph type="title"/>
          </p:nvPr>
        </p:nvSpPr>
        <p:spPr>
          <a:xfrm>
            <a:off x="1368490" y="457200"/>
            <a:ext cx="9986898" cy="1233488"/>
          </a:xfrm>
        </p:spPr>
        <p:txBody>
          <a:bodyPr>
            <a:normAutofit/>
          </a:bodyPr>
          <a:lstStyle>
            <a:lvl1pPr>
              <a:defRPr sz="2800"/>
            </a:lvl1pPr>
          </a:lstStyle>
          <a:p>
            <a:r>
              <a:rPr lang="en-US"/>
              <a:t>Click to edit Master title style</a:t>
            </a:r>
          </a:p>
        </p:txBody>
      </p:sp>
      <p:sp>
        <p:nvSpPr>
          <p:cNvPr id="3" name="Text Placeholder 2">
            <a:extLst>
              <a:ext uri="{FF2B5EF4-FFF2-40B4-BE49-F238E27FC236}">
                <a16:creationId xmlns:a16="http://schemas.microsoft.com/office/drawing/2014/main" id="{C1F070CA-85E9-47C7-8564-FFA1AE34B9E5}"/>
              </a:ext>
            </a:extLst>
          </p:cNvPr>
          <p:cNvSpPr>
            <a:spLocks noGrp="1"/>
          </p:cNvSpPr>
          <p:nvPr>
            <p:ph type="body" idx="1"/>
          </p:nvPr>
        </p:nvSpPr>
        <p:spPr>
          <a:xfrm>
            <a:off x="1368490" y="1681163"/>
            <a:ext cx="462908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8D4B1-41B3-4BF5-9076-A16984A81FF1}"/>
              </a:ext>
            </a:extLst>
          </p:cNvPr>
          <p:cNvSpPr>
            <a:spLocks noGrp="1"/>
          </p:cNvSpPr>
          <p:nvPr>
            <p:ph sz="half" idx="2"/>
          </p:nvPr>
        </p:nvSpPr>
        <p:spPr>
          <a:xfrm>
            <a:off x="1368490" y="2505075"/>
            <a:ext cx="462908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6A38DC-A016-4CFD-AC19-F24A9E062022}"/>
              </a:ext>
            </a:extLst>
          </p:cNvPr>
          <p:cNvSpPr>
            <a:spLocks noGrp="1"/>
          </p:cNvSpPr>
          <p:nvPr>
            <p:ph type="body" sz="quarter" idx="3"/>
          </p:nvPr>
        </p:nvSpPr>
        <p:spPr>
          <a:xfrm>
            <a:off x="6344816" y="1681163"/>
            <a:ext cx="501057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F930FA-8C00-42AB-B2D1-FE4E4BDB3C6E}"/>
              </a:ext>
            </a:extLst>
          </p:cNvPr>
          <p:cNvSpPr>
            <a:spLocks noGrp="1"/>
          </p:cNvSpPr>
          <p:nvPr>
            <p:ph sz="quarter" idx="4"/>
          </p:nvPr>
        </p:nvSpPr>
        <p:spPr>
          <a:xfrm>
            <a:off x="6344814" y="2505075"/>
            <a:ext cx="501057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B698E-FAE5-4F2C-AE0E-4FD281E8F30E}"/>
              </a:ext>
            </a:extLst>
          </p:cNvPr>
          <p:cNvSpPr>
            <a:spLocks noGrp="1"/>
          </p:cNvSpPr>
          <p:nvPr>
            <p:ph type="dt" sz="half" idx="10"/>
          </p:nvPr>
        </p:nvSpPr>
        <p:spPr/>
        <p:txBody>
          <a:bodyPr/>
          <a:lstStyle/>
          <a:p>
            <a:fld id="{343D63E4-71A5-4C63-9515-748B28B89764}" type="datetimeFigureOut">
              <a:rPr lang="en-US" dirty="0"/>
              <a:t>7/7/2025</a:t>
            </a:fld>
            <a:endParaRPr lang="en-US"/>
          </a:p>
        </p:txBody>
      </p:sp>
      <p:sp>
        <p:nvSpPr>
          <p:cNvPr id="8" name="Footer Placeholder 7">
            <a:extLst>
              <a:ext uri="{FF2B5EF4-FFF2-40B4-BE49-F238E27FC236}">
                <a16:creationId xmlns:a16="http://schemas.microsoft.com/office/drawing/2014/main" id="{B5C4BB6C-CAA4-4EA8-8EA1-65ADE056F25D}"/>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75BB6A12-0532-47CA-B070-232141CC1064}"/>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4157630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8FA1-831E-4AD6-B0D1-BA85E67A5032}"/>
              </a:ext>
            </a:extLst>
          </p:cNvPr>
          <p:cNvSpPr>
            <a:spLocks noGrp="1"/>
          </p:cNvSpPr>
          <p:nvPr>
            <p:ph type="title"/>
          </p:nvPr>
        </p:nvSpPr>
        <p:spPr>
          <a:xfrm>
            <a:off x="1371599" y="457200"/>
            <a:ext cx="9982199" cy="1233488"/>
          </a:xfrm>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ACE94142-C469-4B0E-8C01-C64BA28F52D2}"/>
              </a:ext>
            </a:extLst>
          </p:cNvPr>
          <p:cNvSpPr>
            <a:spLocks noGrp="1"/>
          </p:cNvSpPr>
          <p:nvPr>
            <p:ph type="dt" sz="half" idx="10"/>
          </p:nvPr>
        </p:nvSpPr>
        <p:spPr/>
        <p:txBody>
          <a:bodyPr/>
          <a:lstStyle/>
          <a:p>
            <a:fld id="{C7C92BAC-F228-4DAC-8800-3D810F869187}" type="datetimeFigureOut">
              <a:rPr lang="en-US" dirty="0"/>
              <a:t>7/7/2025</a:t>
            </a:fld>
            <a:endParaRPr lang="en-US"/>
          </a:p>
        </p:txBody>
      </p:sp>
      <p:sp>
        <p:nvSpPr>
          <p:cNvPr id="4" name="Footer Placeholder 3">
            <a:extLst>
              <a:ext uri="{FF2B5EF4-FFF2-40B4-BE49-F238E27FC236}">
                <a16:creationId xmlns:a16="http://schemas.microsoft.com/office/drawing/2014/main" id="{02AAFCE6-5C7E-438F-8D4A-21E155681447}"/>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D2ACFD88-63EA-427F-978C-B7844D1A5E32}"/>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409006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2A4F0-76A5-4852-982B-32B3B685732E}"/>
              </a:ext>
            </a:extLst>
          </p:cNvPr>
          <p:cNvSpPr>
            <a:spLocks noGrp="1"/>
          </p:cNvSpPr>
          <p:nvPr>
            <p:ph type="dt" sz="half" idx="10"/>
          </p:nvPr>
        </p:nvSpPr>
        <p:spPr/>
        <p:txBody>
          <a:bodyPr/>
          <a:lstStyle/>
          <a:p>
            <a:fld id="{B66EFFE8-7E8E-427A-AB26-E496551AFB7B}" type="datetimeFigureOut">
              <a:rPr lang="en-US" dirty="0"/>
              <a:t>7/7/2025</a:t>
            </a:fld>
            <a:endParaRPr lang="en-US"/>
          </a:p>
        </p:txBody>
      </p:sp>
      <p:sp>
        <p:nvSpPr>
          <p:cNvPr id="3" name="Footer Placeholder 2">
            <a:extLst>
              <a:ext uri="{FF2B5EF4-FFF2-40B4-BE49-F238E27FC236}">
                <a16:creationId xmlns:a16="http://schemas.microsoft.com/office/drawing/2014/main" id="{8750CFAE-4BEB-4272-A2E6-FDD9D6A03290}"/>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43B71B7-74B7-4CF1-8FE0-F4863CD7D97C}"/>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292920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432BE-C4E5-4F12-AB53-EBEF2B76B251}"/>
              </a:ext>
            </a:extLst>
          </p:cNvPr>
          <p:cNvSpPr>
            <a:spLocks noGrp="1"/>
          </p:cNvSpPr>
          <p:nvPr>
            <p:ph type="title"/>
          </p:nvPr>
        </p:nvSpPr>
        <p:spPr>
          <a:xfrm>
            <a:off x="1318755" y="457200"/>
            <a:ext cx="3932237" cy="1921434"/>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AE7F57-4ABF-4BA4-A892-38857A02F60D}"/>
              </a:ext>
            </a:extLst>
          </p:cNvPr>
          <p:cNvSpPr>
            <a:spLocks noGrp="1"/>
          </p:cNvSpPr>
          <p:nvPr>
            <p:ph idx="1"/>
          </p:nvPr>
        </p:nvSpPr>
        <p:spPr>
          <a:xfrm>
            <a:off x="5648130" y="987425"/>
            <a:ext cx="5707257"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32E444-E5BD-443F-AB83-84D7CE0AB768}"/>
              </a:ext>
            </a:extLst>
          </p:cNvPr>
          <p:cNvSpPr>
            <a:spLocks noGrp="1"/>
          </p:cNvSpPr>
          <p:nvPr>
            <p:ph type="body" sz="half" idx="2"/>
          </p:nvPr>
        </p:nvSpPr>
        <p:spPr>
          <a:xfrm>
            <a:off x="1318755" y="2799184"/>
            <a:ext cx="3932237" cy="306980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998A4-FD2F-4126-99C5-E2063AE02482}"/>
              </a:ext>
            </a:extLst>
          </p:cNvPr>
          <p:cNvSpPr>
            <a:spLocks noGrp="1"/>
          </p:cNvSpPr>
          <p:nvPr>
            <p:ph type="dt" sz="half" idx="10"/>
          </p:nvPr>
        </p:nvSpPr>
        <p:spPr/>
        <p:txBody>
          <a:bodyPr/>
          <a:lstStyle/>
          <a:p>
            <a:fld id="{C0DC8B19-DE76-4E18-BFC7-EB25B8C421E7}" type="datetimeFigureOut">
              <a:rPr lang="en-US" dirty="0"/>
              <a:t>7/7/2025</a:t>
            </a:fld>
            <a:endParaRPr lang="en-US"/>
          </a:p>
        </p:txBody>
      </p:sp>
      <p:sp>
        <p:nvSpPr>
          <p:cNvPr id="6" name="Footer Placeholder 5">
            <a:extLst>
              <a:ext uri="{FF2B5EF4-FFF2-40B4-BE49-F238E27FC236}">
                <a16:creationId xmlns:a16="http://schemas.microsoft.com/office/drawing/2014/main" id="{E96457D3-F808-4DB2-9C9C-B185E71F26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4131BC9B-21D1-4D2D-B02E-C887A02CA373}"/>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2582322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3EC2-2D8C-4E8D-8CC7-9676480146E2}"/>
              </a:ext>
            </a:extLst>
          </p:cNvPr>
          <p:cNvSpPr>
            <a:spLocks noGrp="1"/>
          </p:cNvSpPr>
          <p:nvPr>
            <p:ph type="title"/>
          </p:nvPr>
        </p:nvSpPr>
        <p:spPr>
          <a:xfrm>
            <a:off x="1378966" y="681135"/>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66AF89-5FBD-43DD-958D-A5C608AE2E2C}"/>
              </a:ext>
            </a:extLst>
          </p:cNvPr>
          <p:cNvSpPr>
            <a:spLocks noGrp="1" noChangeAspect="1"/>
          </p:cNvSpPr>
          <p:nvPr>
            <p:ph type="pic" idx="1"/>
          </p:nvPr>
        </p:nvSpPr>
        <p:spPr>
          <a:xfrm>
            <a:off x="5834742" y="858417"/>
            <a:ext cx="5520645" cy="500263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70A545-2CE6-48C4-A725-EF68A3F1BFCB}"/>
              </a:ext>
            </a:extLst>
          </p:cNvPr>
          <p:cNvSpPr>
            <a:spLocks noGrp="1"/>
          </p:cNvSpPr>
          <p:nvPr>
            <p:ph type="body" sz="half" idx="2"/>
          </p:nvPr>
        </p:nvSpPr>
        <p:spPr>
          <a:xfrm>
            <a:off x="1378966" y="2281335"/>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4466B2-6FE6-4352-BBF9-84BCD946C28B}"/>
              </a:ext>
            </a:extLst>
          </p:cNvPr>
          <p:cNvSpPr>
            <a:spLocks noGrp="1"/>
          </p:cNvSpPr>
          <p:nvPr>
            <p:ph type="dt" sz="half" idx="10"/>
          </p:nvPr>
        </p:nvSpPr>
        <p:spPr/>
        <p:txBody>
          <a:bodyPr/>
          <a:lstStyle/>
          <a:p>
            <a:fld id="{9C10BD94-1F69-4074-BD82-D6EDB89FE74F}" type="datetimeFigureOut">
              <a:rPr lang="en-US" dirty="0"/>
              <a:t>7/7/2025</a:t>
            </a:fld>
            <a:endParaRPr lang="en-US"/>
          </a:p>
        </p:txBody>
      </p:sp>
      <p:sp>
        <p:nvSpPr>
          <p:cNvPr id="6" name="Footer Placeholder 5">
            <a:extLst>
              <a:ext uri="{FF2B5EF4-FFF2-40B4-BE49-F238E27FC236}">
                <a16:creationId xmlns:a16="http://schemas.microsoft.com/office/drawing/2014/main" id="{398991BC-29A5-4182-BD83-9D99D28894A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C1C78F-6633-4604-8832-8E9D2DC768BB}"/>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2172052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997B-D473-47DE-8B7B-22AB6F31E4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526035-4B81-4537-A22D-92C2E0DBB6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A44D-F637-4017-BAA2-77756A386D98}"/>
              </a:ext>
            </a:extLst>
          </p:cNvPr>
          <p:cNvSpPr>
            <a:spLocks noGrp="1"/>
          </p:cNvSpPr>
          <p:nvPr>
            <p:ph type="dt" sz="half" idx="10"/>
          </p:nvPr>
        </p:nvSpPr>
        <p:spPr/>
        <p:txBody>
          <a:bodyPr/>
          <a:lstStyle/>
          <a:p>
            <a:fld id="{EE1F3D07-6BCF-40BC-A7F7-89BB8FFE98C6}" type="datetimeFigureOut">
              <a:rPr lang="en-US" dirty="0"/>
              <a:t>7/7/2025</a:t>
            </a:fld>
            <a:endParaRPr lang="en-US"/>
          </a:p>
        </p:txBody>
      </p:sp>
      <p:sp>
        <p:nvSpPr>
          <p:cNvPr id="5" name="Footer Placeholder 4">
            <a:extLst>
              <a:ext uri="{FF2B5EF4-FFF2-40B4-BE49-F238E27FC236}">
                <a16:creationId xmlns:a16="http://schemas.microsoft.com/office/drawing/2014/main" id="{EEC1DCE6-ED7D-417C-ABD4-41D61570FF3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CAAF19A-FDAE-446A-A6B6-128F7F96A966}"/>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2776187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96D838-45E9-4D61-AA4E-92A32B579FDA}"/>
              </a:ext>
            </a:extLst>
          </p:cNvPr>
          <p:cNvSpPr>
            <a:spLocks noGrp="1"/>
          </p:cNvSpPr>
          <p:nvPr>
            <p:ph type="title" orient="vert"/>
          </p:nvPr>
        </p:nvSpPr>
        <p:spPr>
          <a:xfrm>
            <a:off x="8724900" y="457199"/>
            <a:ext cx="2628900" cy="57197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3183D0-4392-4364-8A2D-C47A2AF7A87D}"/>
              </a:ext>
            </a:extLst>
          </p:cNvPr>
          <p:cNvSpPr>
            <a:spLocks noGrp="1"/>
          </p:cNvSpPr>
          <p:nvPr>
            <p:ph type="body" orient="vert" idx="1"/>
          </p:nvPr>
        </p:nvSpPr>
        <p:spPr>
          <a:xfrm>
            <a:off x="838200" y="457199"/>
            <a:ext cx="7734300" cy="5719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A36C9-28D5-4820-84F1-E4B9F4E50FA9}"/>
              </a:ext>
            </a:extLst>
          </p:cNvPr>
          <p:cNvSpPr>
            <a:spLocks noGrp="1"/>
          </p:cNvSpPr>
          <p:nvPr>
            <p:ph type="dt" sz="half" idx="10"/>
          </p:nvPr>
        </p:nvSpPr>
        <p:spPr/>
        <p:txBody>
          <a:bodyPr/>
          <a:lstStyle/>
          <a:p>
            <a:fld id="{CED16D97-0980-426F-BEA7-F6EB2DE3AC08}" type="datetimeFigureOut">
              <a:rPr lang="en-US" dirty="0"/>
              <a:t>7/7/2025</a:t>
            </a:fld>
            <a:endParaRPr lang="en-US"/>
          </a:p>
        </p:txBody>
      </p:sp>
      <p:sp>
        <p:nvSpPr>
          <p:cNvPr id="5" name="Footer Placeholder 4">
            <a:extLst>
              <a:ext uri="{FF2B5EF4-FFF2-40B4-BE49-F238E27FC236}">
                <a16:creationId xmlns:a16="http://schemas.microsoft.com/office/drawing/2014/main" id="{8997EDC8-558D-4646-86D9-A5424CF2A2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F0B7537-E67A-411A-BBA4-061521D3D881}"/>
              </a:ext>
            </a:extLst>
          </p:cNvPr>
          <p:cNvSpPr>
            <a:spLocks noGrp="1"/>
          </p:cNvSpPr>
          <p:nvPr>
            <p:ph type="sldNum" sz="quarter" idx="12"/>
          </p:nvPr>
        </p:nvSpPr>
        <p:spPr/>
        <p:txBody>
          <a:bodyPr/>
          <a:lstStyle/>
          <a:p>
            <a:fld id="{017DE1FC-E54A-4B87-A814-263D1E8654B2}" type="slidenum">
              <a:rPr lang="en-US" dirty="0"/>
              <a:t>‹#›</a:t>
            </a:fld>
            <a:endParaRPr lang="en-US"/>
          </a:p>
        </p:txBody>
      </p:sp>
    </p:spTree>
    <p:extLst>
      <p:ext uri="{BB962C8B-B14F-4D97-AF65-F5344CB8AC3E}">
        <p14:creationId xmlns:p14="http://schemas.microsoft.com/office/powerpoint/2010/main" val="1952792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Lst>
          </p:cNvPr>
          <p:cNvSpPr/>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C44F520-2598-460E-9F91-B02F60830CA2}"/>
              </a:ext>
            </a:extLst>
          </p:cNvPr>
          <p:cNvSpPr/>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AD478F2F-4F04-4604-9005-BF0CB1142512}"/>
              </a:ext>
            </a:extLst>
          </p:cNvPr>
          <p:cNvSpPr>
            <a:spLocks noGrp="1"/>
          </p:cNvSpPr>
          <p:nvPr>
            <p:ph type="title"/>
          </p:nvPr>
        </p:nvSpPr>
        <p:spPr>
          <a:xfrm>
            <a:off x="1371600" y="361666"/>
            <a:ext cx="9810376" cy="1659404"/>
          </a:xfrm>
          <a:prstGeom prst="rect">
            <a:avLst/>
          </a:prstGeom>
        </p:spPr>
        <p:txBody>
          <a:bodyPr vert="horz" lIns="0" tIns="0" rIns="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B54A17D2-52AF-4B40-80A8-3E0DB855F297}"/>
              </a:ext>
            </a:extLst>
          </p:cNvPr>
          <p:cNvSpPr>
            <a:spLocks noGrp="1"/>
          </p:cNvSpPr>
          <p:nvPr>
            <p:ph type="body" idx="1"/>
          </p:nvPr>
        </p:nvSpPr>
        <p:spPr>
          <a:xfrm>
            <a:off x="1371600" y="2286000"/>
            <a:ext cx="9810376" cy="385781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2E0AA-D5B3-4BCF-BA69-209D9B335A06}"/>
              </a:ext>
            </a:extLst>
          </p:cNvPr>
          <p:cNvSpPr>
            <a:spLocks noGrp="1"/>
          </p:cNvSpPr>
          <p:nvPr>
            <p:ph type="dt" sz="half" idx="2"/>
          </p:nvPr>
        </p:nvSpPr>
        <p:spPr>
          <a:xfrm>
            <a:off x="7910111" y="6409170"/>
            <a:ext cx="3702392" cy="448830"/>
          </a:xfrm>
          <a:prstGeom prst="rect">
            <a:avLst/>
          </a:prstGeom>
        </p:spPr>
        <p:txBody>
          <a:bodyPr vert="horz" lIns="91440" tIns="45720" rIns="91440" bIns="45720" rtlCol="0" anchor="ctr"/>
          <a:lstStyle>
            <a:lvl1pPr algn="r">
              <a:defRPr sz="800" cap="all" spc="300" baseline="0">
                <a:solidFill>
                  <a:schemeClr val="bg1"/>
                </a:solidFill>
              </a:defRPr>
            </a:lvl1pPr>
          </a:lstStyle>
          <a:p>
            <a:fld id="{149C728D-416F-40D5-8F13-55E5DD1CE8D1}" type="datetimeFigureOut">
              <a:rPr lang="en-US" dirty="0"/>
              <a:t>7/7/2025</a:t>
            </a:fld>
            <a:endParaRPr lang="en-US"/>
          </a:p>
        </p:txBody>
      </p:sp>
      <p:sp>
        <p:nvSpPr>
          <p:cNvPr id="5" name="Footer Placeholder 4">
            <a:extLst>
              <a:ext uri="{FF2B5EF4-FFF2-40B4-BE49-F238E27FC236}">
                <a16:creationId xmlns:a16="http://schemas.microsoft.com/office/drawing/2014/main" id="{5F10A637-D86F-4FA1-985D-2D82456511B1}"/>
              </a:ext>
            </a:extLst>
          </p:cNvPr>
          <p:cNvSpPr>
            <a:spLocks noGrp="1"/>
          </p:cNvSpPr>
          <p:nvPr>
            <p:ph type="ftr" sz="quarter" idx="3"/>
          </p:nvPr>
        </p:nvSpPr>
        <p:spPr>
          <a:xfrm rot="5400000">
            <a:off x="-1828801" y="1912217"/>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80F2FA4D-A931-46BA-B767-29A6FD5AAD2A}"/>
              </a:ext>
            </a:extLst>
          </p:cNvPr>
          <p:cNvSpPr>
            <a:spLocks noGrp="1"/>
          </p:cNvSpPr>
          <p:nvPr>
            <p:ph type="sldNum" sz="quarter" idx="4"/>
          </p:nvPr>
        </p:nvSpPr>
        <p:spPr>
          <a:xfrm>
            <a:off x="11669678" y="6408742"/>
            <a:ext cx="438652" cy="448830"/>
          </a:xfrm>
          <a:prstGeom prst="rect">
            <a:avLst/>
          </a:prstGeom>
        </p:spPr>
        <p:txBody>
          <a:bodyPr vert="horz" lIns="91440" tIns="45720" rIns="91440" bIns="45720" rtlCol="0" anchor="ctr"/>
          <a:lstStyle>
            <a:lvl1pPr algn="r">
              <a:defRPr sz="800">
                <a:solidFill>
                  <a:schemeClr val="bg1"/>
                </a:solidFill>
              </a:defRPr>
            </a:lvl1pPr>
          </a:lstStyle>
          <a:p>
            <a:fld id="{017DE1FC-E54A-4B87-A814-263D1E8654B2}" type="slidenum">
              <a:rPr lang="en-US" dirty="0"/>
              <a:t>‹#›</a:t>
            </a:fld>
            <a:endParaRPr lang="en-US"/>
          </a:p>
        </p:txBody>
      </p:sp>
    </p:spTree>
    <p:extLst>
      <p:ext uri="{BB962C8B-B14F-4D97-AF65-F5344CB8AC3E}">
        <p14:creationId xmlns:p14="http://schemas.microsoft.com/office/powerpoint/2010/main" val="4272304699"/>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hf hdr="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88">
          <p15:clr>
            <a:srgbClr val="F26B43"/>
          </p15:clr>
        </p15:guide>
        <p15:guide id="4" pos="288">
          <p15:clr>
            <a:srgbClr val="F26B43"/>
          </p15:clr>
        </p15:guide>
        <p15:guide id="5" orient="horz" pos="4032">
          <p15:clr>
            <a:srgbClr val="F26B43"/>
          </p15:clr>
        </p15:guide>
        <p15:guide id="6" pos="7392">
          <p15:clr>
            <a:srgbClr val="F26B43"/>
          </p15:clr>
        </p15:guide>
        <p15:guide id="7" pos="5112">
          <p15:clr>
            <a:srgbClr val="F26B43"/>
          </p15:clr>
        </p15:guide>
        <p15:guide id="8" pos="2544">
          <p15:clr>
            <a:srgbClr val="F26B43"/>
          </p15:clr>
        </p15:guide>
        <p15:guide id="9" pos="864">
          <p15:clr>
            <a:srgbClr val="F26B43"/>
          </p15:clr>
        </p15:guide>
        <p15:guide id="10" orient="horz" pos="648">
          <p15:clr>
            <a:srgbClr val="F26B43"/>
          </p15:clr>
        </p15:guide>
        <p15:guide id="11" pos="68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62614" y="169992"/>
            <a:ext cx="4655719" cy="1432626"/>
          </a:xfrm>
        </p:spPr>
        <p:txBody>
          <a:bodyPr>
            <a:normAutofit fontScale="90000"/>
          </a:bodyPr>
          <a:lstStyle/>
          <a:p>
            <a:r>
              <a:rPr lang="en-US">
                <a:ea typeface="Calibri Light"/>
                <a:cs typeface="Calibri Light"/>
              </a:rPr>
              <a:t>Sun Tracking Solar Panel</a:t>
            </a:r>
            <a:endParaRPr lang="en-US"/>
          </a:p>
        </p:txBody>
      </p:sp>
      <p:sp>
        <p:nvSpPr>
          <p:cNvPr id="3" name="Subtitle 2"/>
          <p:cNvSpPr>
            <a:spLocks noGrp="1"/>
          </p:cNvSpPr>
          <p:nvPr>
            <p:ph type="subTitle" idx="1"/>
          </p:nvPr>
        </p:nvSpPr>
        <p:spPr>
          <a:xfrm>
            <a:off x="6562614" y="1790076"/>
            <a:ext cx="4655719" cy="882904"/>
          </a:xfrm>
        </p:spPr>
        <p:txBody>
          <a:bodyPr vert="horz" lIns="0" tIns="0" rIns="0" bIns="0" rtlCol="0" anchor="t">
            <a:noAutofit/>
          </a:bodyPr>
          <a:lstStyle/>
          <a:p>
            <a:r>
              <a:rPr lang="en-US" sz="1800"/>
              <a:t>Pranchi </a:t>
            </a:r>
            <a:r>
              <a:rPr lang="en-US" sz="1800" err="1"/>
              <a:t>patel</a:t>
            </a:r>
            <a:endParaRPr lang="en-US" sz="1800"/>
          </a:p>
          <a:p>
            <a:r>
              <a:rPr lang="en-US" sz="1800"/>
              <a:t>Sean Felker</a:t>
            </a:r>
          </a:p>
        </p:txBody>
      </p:sp>
      <p:pic>
        <p:nvPicPr>
          <p:cNvPr id="4" name="Picture 3" descr="A circuit board with wires and wires&#10;&#10;AI-generated content may be incorrect.">
            <a:extLst>
              <a:ext uri="{FF2B5EF4-FFF2-40B4-BE49-F238E27FC236}">
                <a16:creationId xmlns:a16="http://schemas.microsoft.com/office/drawing/2014/main" id="{5B4EE828-4389-1114-C5DE-8141E6314866}"/>
              </a:ext>
            </a:extLst>
          </p:cNvPr>
          <p:cNvPicPr>
            <a:picLocks noChangeAspect="1"/>
          </p:cNvPicPr>
          <p:nvPr/>
        </p:nvPicPr>
        <p:blipFill>
          <a:blip r:embed="rId2"/>
          <a:srcRect r="575" b="3299"/>
          <a:stretch>
            <a:fillRect/>
          </a:stretch>
        </p:blipFill>
        <p:spPr>
          <a:xfrm>
            <a:off x="767419" y="890531"/>
            <a:ext cx="4763149" cy="4305763"/>
          </a:xfrm>
          <a:prstGeom prst="rect">
            <a:avLst/>
          </a:prstGeom>
        </p:spPr>
      </p:pic>
      <p:sp>
        <p:nvSpPr>
          <p:cNvPr id="6" name="Subtitle 2">
            <a:extLst>
              <a:ext uri="{FF2B5EF4-FFF2-40B4-BE49-F238E27FC236}">
                <a16:creationId xmlns:a16="http://schemas.microsoft.com/office/drawing/2014/main" id="{01B7CE5B-38C0-1DF5-7787-3404CC5142D5}"/>
              </a:ext>
            </a:extLst>
          </p:cNvPr>
          <p:cNvSpPr txBox="1">
            <a:spLocks/>
          </p:cNvSpPr>
          <p:nvPr/>
        </p:nvSpPr>
        <p:spPr>
          <a:xfrm>
            <a:off x="6558706" y="3740014"/>
            <a:ext cx="4645950" cy="2260365"/>
          </a:xfrm>
          <a:prstGeom prst="rect">
            <a:avLst/>
          </a:prstGeom>
        </p:spPr>
        <p:txBody>
          <a:bodyPr vert="horz" lIns="0" tIns="0" rIns="0" bIns="0" rtlCol="0" anchor="t">
            <a:normAutofit/>
          </a:bodyPr>
          <a:lstStyle>
            <a:lvl1pPr marL="0" indent="0" algn="ctr" defTabSz="914400" rtl="0" eaLnBrk="1" latinLnBrk="0" hangingPunct="1">
              <a:lnSpc>
                <a:spcPct val="150000"/>
              </a:lnSpc>
              <a:spcBef>
                <a:spcPts val="1000"/>
              </a:spcBef>
              <a:buFont typeface="Arial" panose="020B0604020202020204" pitchFamily="34" charset="0"/>
              <a:buNone/>
              <a:defRPr sz="1600" b="1" kern="1200" cap="all" spc="6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Font typeface="Calibri" panose="020B0604020202020204" pitchFamily="34" charset="0"/>
              <a:buChar char="-"/>
            </a:pPr>
            <a:r>
              <a:rPr lang="en-US" sz="1400"/>
              <a:t>California state university, Northridge</a:t>
            </a:r>
            <a:endParaRPr lang="en-US"/>
          </a:p>
          <a:p>
            <a:pPr marL="285750" indent="-285750">
              <a:buFont typeface="Calibri" panose="020B0604020202020204" pitchFamily="34" charset="0"/>
              <a:buChar char="-"/>
            </a:pPr>
            <a:r>
              <a:rPr lang="en-US" sz="1400"/>
              <a:t>Ece 425L, Summer 2025</a:t>
            </a:r>
          </a:p>
          <a:p>
            <a:pPr marL="285750" indent="-285750">
              <a:buFont typeface="Calibri" panose="020B0604020202020204" pitchFamily="34" charset="0"/>
              <a:buChar char="-"/>
            </a:pPr>
            <a:r>
              <a:rPr lang="en-US" sz="1400"/>
              <a:t>Instructor: prof. </a:t>
            </a:r>
            <a:r>
              <a:rPr lang="en-US" sz="1400" err="1"/>
              <a:t>Shahnam</a:t>
            </a:r>
            <a:r>
              <a:rPr lang="en-US" sz="1400"/>
              <a:t> </a:t>
            </a:r>
            <a:r>
              <a:rPr lang="en-US" sz="1400" err="1"/>
              <a:t>mirzaei</a:t>
            </a:r>
            <a:endParaRPr lang="en-US" sz="1400"/>
          </a:p>
          <a:p>
            <a:endParaRPr lang="en-US"/>
          </a:p>
          <a:p>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97C529DF-9036-5E17-4BC4-FE363073395A}"/>
              </a:ext>
            </a:extLst>
          </p:cNvPr>
          <p:cNvSpPr>
            <a:spLocks noGrp="1"/>
          </p:cNvSpPr>
          <p:nvPr>
            <p:ph type="title"/>
          </p:nvPr>
        </p:nvSpPr>
        <p:spPr>
          <a:xfrm>
            <a:off x="1371600" y="793080"/>
            <a:ext cx="10240903" cy="1233488"/>
          </a:xfrm>
        </p:spPr>
        <p:txBody>
          <a:bodyPr/>
          <a:lstStyle/>
          <a:p>
            <a:r>
              <a:rPr lang="en-US"/>
              <a:t>Objectives</a:t>
            </a:r>
          </a:p>
        </p:txBody>
      </p:sp>
      <p:sp>
        <p:nvSpPr>
          <p:cNvPr id="55" name="Content Placeholder 2">
            <a:extLst>
              <a:ext uri="{FF2B5EF4-FFF2-40B4-BE49-F238E27FC236}">
                <a16:creationId xmlns:a16="http://schemas.microsoft.com/office/drawing/2014/main" id="{6D730A22-83C2-540F-B76D-95356C830E8F}"/>
              </a:ext>
            </a:extLst>
          </p:cNvPr>
          <p:cNvSpPr>
            <a:spLocks noGrp="1"/>
          </p:cNvSpPr>
          <p:nvPr>
            <p:ph idx="1"/>
          </p:nvPr>
        </p:nvSpPr>
        <p:spPr>
          <a:xfrm>
            <a:off x="1371600" y="2114939"/>
            <a:ext cx="10240903" cy="3956179"/>
          </a:xfrm>
        </p:spPr>
        <p:txBody>
          <a:bodyPr vert="horz" lIns="0" tIns="0" rIns="0" bIns="0" rtlCol="0" anchor="t">
            <a:normAutofit/>
          </a:bodyPr>
          <a:lstStyle/>
          <a:p>
            <a:r>
              <a:rPr lang="en-US"/>
              <a:t>Write a C program that will "read" the light exposure of two sides of a solar panel using light dependent resistors and rotate a servo towards the side with more light.</a:t>
            </a:r>
          </a:p>
          <a:p>
            <a:r>
              <a:rPr lang="en-US"/>
              <a:t>Build an arm attached to the servo capable of holding and swinging a small solar panel left and right</a:t>
            </a:r>
          </a:p>
        </p:txBody>
      </p:sp>
      <p:sp>
        <p:nvSpPr>
          <p:cNvPr id="4" name="Date Placeholder 3">
            <a:extLst>
              <a:ext uri="{FF2B5EF4-FFF2-40B4-BE49-F238E27FC236}">
                <a16:creationId xmlns:a16="http://schemas.microsoft.com/office/drawing/2014/main" id="{9031B52A-509F-8C00-C964-2B0DCDA8A740}"/>
              </a:ext>
            </a:extLst>
          </p:cNvPr>
          <p:cNvSpPr>
            <a:spLocks noGrp="1"/>
          </p:cNvSpPr>
          <p:nvPr>
            <p:ph type="dt" sz="half" idx="10"/>
          </p:nvPr>
        </p:nvSpPr>
        <p:spPr>
          <a:xfrm>
            <a:off x="7910111" y="6409170"/>
            <a:ext cx="3702392" cy="448830"/>
          </a:xfrm>
        </p:spPr>
        <p:txBody>
          <a:bodyPr anchor="ctr">
            <a:normAutofit/>
          </a:bodyPr>
          <a:lstStyle/>
          <a:p>
            <a:pPr>
              <a:spcAft>
                <a:spcPts val="600"/>
              </a:spcAft>
            </a:pPr>
            <a:fld id="{68141A3A-6D58-4458-99D2-095EC4FDB920}" type="datetime1">
              <a:rPr lang="en-US"/>
              <a:pPr>
                <a:spcAft>
                  <a:spcPts val="600"/>
                </a:spcAft>
              </a:pPr>
              <a:t>7/7/2025</a:t>
            </a:fld>
            <a:endParaRPr lang="en-US"/>
          </a:p>
        </p:txBody>
      </p:sp>
      <p:sp>
        <p:nvSpPr>
          <p:cNvPr id="5" name="Footer Placeholder 4">
            <a:extLst>
              <a:ext uri="{FF2B5EF4-FFF2-40B4-BE49-F238E27FC236}">
                <a16:creationId xmlns:a16="http://schemas.microsoft.com/office/drawing/2014/main" id="{4CECB60A-E7E5-38BE-49F4-32B1CEFDA20F}"/>
              </a:ext>
            </a:extLst>
          </p:cNvPr>
          <p:cNvSpPr>
            <a:spLocks noGrp="1"/>
          </p:cNvSpPr>
          <p:nvPr>
            <p:ph type="ftr" sz="quarter" idx="11"/>
          </p:nvPr>
        </p:nvSpPr>
        <p:spPr>
          <a:xfrm rot="5400000">
            <a:off x="-1828801" y="1912217"/>
            <a:ext cx="4114800" cy="457200"/>
          </a:xfrm>
        </p:spPr>
        <p:txBody>
          <a:bodyPr anchor="ctr">
            <a:normAutofit/>
          </a:bodyPr>
          <a:lstStyle/>
          <a:p>
            <a:pPr>
              <a:spcAft>
                <a:spcPts val="600"/>
              </a:spcAft>
            </a:pPr>
            <a:r>
              <a:rPr lang="en-US"/>
              <a:t>
              </a:t>
            </a:r>
          </a:p>
        </p:txBody>
      </p:sp>
      <p:sp>
        <p:nvSpPr>
          <p:cNvPr id="6" name="Slide Number Placeholder 5">
            <a:extLst>
              <a:ext uri="{FF2B5EF4-FFF2-40B4-BE49-F238E27FC236}">
                <a16:creationId xmlns:a16="http://schemas.microsoft.com/office/drawing/2014/main" id="{5DB0A728-0A51-48C8-8DEF-71F94BB26A06}"/>
              </a:ext>
            </a:extLst>
          </p:cNvPr>
          <p:cNvSpPr>
            <a:spLocks noGrp="1"/>
          </p:cNvSpPr>
          <p:nvPr>
            <p:ph type="sldNum" sz="quarter" idx="12"/>
          </p:nvPr>
        </p:nvSpPr>
        <p:spPr>
          <a:xfrm>
            <a:off x="11669678" y="6408742"/>
            <a:ext cx="438652" cy="448830"/>
          </a:xfrm>
        </p:spPr>
        <p:txBody>
          <a:bodyPr anchor="ctr">
            <a:normAutofit/>
          </a:bodyPr>
          <a:lstStyle/>
          <a:p>
            <a:pPr>
              <a:spcAft>
                <a:spcPts val="600"/>
              </a:spcAft>
            </a:pPr>
            <a:fld id="{017DE1FC-E54A-4B87-A814-263D1E8654B2}" type="slidenum">
              <a:rPr lang="en-US" dirty="0"/>
              <a:pPr>
                <a:spcAft>
                  <a:spcPts val="600"/>
                </a:spcAft>
              </a:pPr>
              <a:t>2</a:t>
            </a:fld>
            <a:endParaRPr lang="en-US"/>
          </a:p>
        </p:txBody>
      </p:sp>
    </p:spTree>
    <p:extLst>
      <p:ext uri="{BB962C8B-B14F-4D97-AF65-F5344CB8AC3E}">
        <p14:creationId xmlns:p14="http://schemas.microsoft.com/office/powerpoint/2010/main" val="576020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DD8E3-FC88-BEBD-834B-4CF0DFBF3740}"/>
              </a:ext>
            </a:extLst>
          </p:cNvPr>
          <p:cNvSpPr>
            <a:spLocks noGrp="1"/>
          </p:cNvSpPr>
          <p:nvPr>
            <p:ph type="title"/>
          </p:nvPr>
        </p:nvSpPr>
        <p:spPr/>
        <p:txBody>
          <a:bodyPr/>
          <a:lstStyle/>
          <a:p>
            <a:r>
              <a:rPr lang="en-US"/>
              <a:t>Materials</a:t>
            </a:r>
          </a:p>
        </p:txBody>
      </p:sp>
      <p:sp>
        <p:nvSpPr>
          <p:cNvPr id="3" name="Content Placeholder 2">
            <a:extLst>
              <a:ext uri="{FF2B5EF4-FFF2-40B4-BE49-F238E27FC236}">
                <a16:creationId xmlns:a16="http://schemas.microsoft.com/office/drawing/2014/main" id="{E44043C2-4779-840B-15BB-207B5C16017B}"/>
              </a:ext>
            </a:extLst>
          </p:cNvPr>
          <p:cNvSpPr>
            <a:spLocks noGrp="1"/>
          </p:cNvSpPr>
          <p:nvPr>
            <p:ph idx="1"/>
          </p:nvPr>
        </p:nvSpPr>
        <p:spPr/>
        <p:txBody>
          <a:bodyPr vert="horz" lIns="0" tIns="0" rIns="0" bIns="0" rtlCol="0" anchor="t">
            <a:normAutofit/>
          </a:bodyPr>
          <a:lstStyle/>
          <a:p>
            <a:r>
              <a:rPr lang="en-US" dirty="0"/>
              <a:t>TM4C123GH6PM microcontroller</a:t>
            </a:r>
          </a:p>
          <a:p>
            <a:r>
              <a:rPr lang="en-US" dirty="0"/>
              <a:t>EduBase-V2 base board</a:t>
            </a:r>
          </a:p>
          <a:p>
            <a:r>
              <a:rPr lang="en-US" dirty="0"/>
              <a:t>SG90 servo motor kit</a:t>
            </a:r>
          </a:p>
          <a:p>
            <a:r>
              <a:rPr lang="en-US" dirty="0"/>
              <a:t>Two 330Ω resistors</a:t>
            </a:r>
          </a:p>
          <a:p>
            <a:r>
              <a:rPr lang="en-US" dirty="0"/>
              <a:t>Two light dependent resistors: 2-5kΩ 10lux resistance, 0.2MΩ dark resistance</a:t>
            </a:r>
          </a:p>
          <a:p>
            <a:r>
              <a:rPr lang="en-US" dirty="0"/>
              <a:t>3.3V DC power supply</a:t>
            </a:r>
          </a:p>
          <a:p>
            <a:r>
              <a:rPr lang="en-US" dirty="0"/>
              <a:t>Building materials – cardboard, tape, glue, screwdriver, soldering kit</a:t>
            </a:r>
          </a:p>
          <a:p>
            <a:r>
              <a:rPr lang="en-US" dirty="0"/>
              <a:t>Small solar panel – 60mm x 50mm was used</a:t>
            </a:r>
          </a:p>
        </p:txBody>
      </p:sp>
      <p:sp>
        <p:nvSpPr>
          <p:cNvPr id="4" name="Date Placeholder 3">
            <a:extLst>
              <a:ext uri="{FF2B5EF4-FFF2-40B4-BE49-F238E27FC236}">
                <a16:creationId xmlns:a16="http://schemas.microsoft.com/office/drawing/2014/main" id="{1FA8A8DF-5E0F-8848-9198-9B8467C24B87}"/>
              </a:ext>
            </a:extLst>
          </p:cNvPr>
          <p:cNvSpPr>
            <a:spLocks noGrp="1"/>
          </p:cNvSpPr>
          <p:nvPr>
            <p:ph type="dt" sz="half" idx="10"/>
          </p:nvPr>
        </p:nvSpPr>
        <p:spPr/>
        <p:txBody>
          <a:bodyPr/>
          <a:lstStyle/>
          <a:p>
            <a:fld id="{00B74C1A-8A65-405B-B2C3-7B03F5E37E8B}" type="datetime1">
              <a:t>7/7/2025</a:t>
            </a:fld>
            <a:endParaRPr lang="en-US"/>
          </a:p>
        </p:txBody>
      </p:sp>
      <p:sp>
        <p:nvSpPr>
          <p:cNvPr id="5" name="Footer Placeholder 4">
            <a:extLst>
              <a:ext uri="{FF2B5EF4-FFF2-40B4-BE49-F238E27FC236}">
                <a16:creationId xmlns:a16="http://schemas.microsoft.com/office/drawing/2014/main" id="{3A01AD7B-7B2F-7C32-7A00-51028B706B2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A198A48-0088-08CE-D173-A63B585EDE17}"/>
              </a:ext>
            </a:extLst>
          </p:cNvPr>
          <p:cNvSpPr>
            <a:spLocks noGrp="1"/>
          </p:cNvSpPr>
          <p:nvPr>
            <p:ph type="sldNum" sz="quarter" idx="12"/>
          </p:nvPr>
        </p:nvSpPr>
        <p:spPr/>
        <p:txBody>
          <a:bodyPr/>
          <a:lstStyle/>
          <a:p>
            <a:fld id="{017DE1FC-E54A-4B87-A814-263D1E8654B2}" type="slidenum">
              <a:rPr lang="en-US" dirty="0"/>
              <a:t>3</a:t>
            </a:fld>
            <a:endParaRPr lang="en-US"/>
          </a:p>
        </p:txBody>
      </p:sp>
    </p:spTree>
    <p:extLst>
      <p:ext uri="{BB962C8B-B14F-4D97-AF65-F5344CB8AC3E}">
        <p14:creationId xmlns:p14="http://schemas.microsoft.com/office/powerpoint/2010/main" val="2679120863"/>
      </p:ext>
    </p:extLst>
  </p:cSld>
  <p:clrMapOvr>
    <a:masterClrMapping/>
  </p:clrMapOvr>
  <mc:AlternateContent xmlns:mc="http://schemas.openxmlformats.org/markup-compatibility/2006" xmlns:p14="http://schemas.microsoft.com/office/powerpoint/2010/main">
    <mc:Choice Requires="p14">
      <p:transition spd="slow" p14:dur="2000" advTm="6944"/>
    </mc:Choice>
    <mc:Fallback xmlns="">
      <p:transition spd="slow" advTm="694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AACE-B7C2-338E-C971-4EB18729C7DC}"/>
              </a:ext>
            </a:extLst>
          </p:cNvPr>
          <p:cNvSpPr>
            <a:spLocks noGrp="1"/>
          </p:cNvSpPr>
          <p:nvPr>
            <p:ph type="title"/>
          </p:nvPr>
        </p:nvSpPr>
        <p:spPr>
          <a:xfrm>
            <a:off x="1463406" y="-121186"/>
            <a:ext cx="9982199" cy="1233488"/>
          </a:xfrm>
        </p:spPr>
        <p:txBody>
          <a:bodyPr/>
          <a:lstStyle/>
          <a:p>
            <a:r>
              <a:rPr lang="en-US"/>
              <a:t>Block diagram</a:t>
            </a:r>
          </a:p>
        </p:txBody>
      </p:sp>
      <p:sp>
        <p:nvSpPr>
          <p:cNvPr id="4" name="Date Placeholder 3">
            <a:extLst>
              <a:ext uri="{FF2B5EF4-FFF2-40B4-BE49-F238E27FC236}">
                <a16:creationId xmlns:a16="http://schemas.microsoft.com/office/drawing/2014/main" id="{C0E34B79-FC62-EE39-9FA6-EB3751CA7205}"/>
              </a:ext>
            </a:extLst>
          </p:cNvPr>
          <p:cNvSpPr>
            <a:spLocks noGrp="1"/>
          </p:cNvSpPr>
          <p:nvPr>
            <p:ph type="dt" sz="half" idx="10"/>
          </p:nvPr>
        </p:nvSpPr>
        <p:spPr/>
        <p:txBody>
          <a:bodyPr/>
          <a:lstStyle/>
          <a:p>
            <a:fld id="{4682F2D6-4BF5-4998-BCF4-8FEABDCEE91D}" type="datetime1">
              <a:t>7/7/2025</a:t>
            </a:fld>
            <a:endParaRPr lang="en-US"/>
          </a:p>
        </p:txBody>
      </p:sp>
      <p:sp>
        <p:nvSpPr>
          <p:cNvPr id="5" name="Footer Placeholder 4">
            <a:extLst>
              <a:ext uri="{FF2B5EF4-FFF2-40B4-BE49-F238E27FC236}">
                <a16:creationId xmlns:a16="http://schemas.microsoft.com/office/drawing/2014/main" id="{EC931CDA-BF68-9480-8479-E3B832B8317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D4B5C98-3203-C9F7-A221-8E041A47BD6C}"/>
              </a:ext>
            </a:extLst>
          </p:cNvPr>
          <p:cNvSpPr>
            <a:spLocks noGrp="1"/>
          </p:cNvSpPr>
          <p:nvPr>
            <p:ph type="sldNum" sz="quarter" idx="12"/>
          </p:nvPr>
        </p:nvSpPr>
        <p:spPr/>
        <p:txBody>
          <a:bodyPr/>
          <a:lstStyle/>
          <a:p>
            <a:fld id="{017DE1FC-E54A-4B87-A814-263D1E8654B2}" type="slidenum">
              <a:rPr lang="en-US" dirty="0"/>
              <a:t>4</a:t>
            </a:fld>
            <a:endParaRPr lang="en-US"/>
          </a:p>
        </p:txBody>
      </p:sp>
      <p:pic>
        <p:nvPicPr>
          <p:cNvPr id="7" name="Picture 6" descr="A diagram of a solar panel&#10;&#10;AI-generated content may be incorrect.">
            <a:extLst>
              <a:ext uri="{FF2B5EF4-FFF2-40B4-BE49-F238E27FC236}">
                <a16:creationId xmlns:a16="http://schemas.microsoft.com/office/drawing/2014/main" id="{64705FEF-BC74-014F-1E97-CDCEFBC554CB}"/>
              </a:ext>
            </a:extLst>
          </p:cNvPr>
          <p:cNvPicPr>
            <a:picLocks noChangeAspect="1"/>
          </p:cNvPicPr>
          <p:nvPr/>
        </p:nvPicPr>
        <p:blipFill>
          <a:blip r:embed="rId2"/>
          <a:stretch>
            <a:fillRect/>
          </a:stretch>
        </p:blipFill>
        <p:spPr>
          <a:xfrm>
            <a:off x="2967898" y="1107022"/>
            <a:ext cx="5659457" cy="4708219"/>
          </a:xfrm>
          <a:prstGeom prst="rect">
            <a:avLst/>
          </a:prstGeom>
        </p:spPr>
      </p:pic>
    </p:spTree>
    <p:extLst>
      <p:ext uri="{BB962C8B-B14F-4D97-AF65-F5344CB8AC3E}">
        <p14:creationId xmlns:p14="http://schemas.microsoft.com/office/powerpoint/2010/main" val="1748232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5D46-AD1B-58B9-CD7A-32924C5E2A15}"/>
              </a:ext>
            </a:extLst>
          </p:cNvPr>
          <p:cNvSpPr>
            <a:spLocks noGrp="1"/>
          </p:cNvSpPr>
          <p:nvPr>
            <p:ph type="title"/>
          </p:nvPr>
        </p:nvSpPr>
        <p:spPr/>
        <p:txBody>
          <a:bodyPr/>
          <a:lstStyle/>
          <a:p>
            <a:r>
              <a:rPr lang="en-US"/>
              <a:t>Servo Motor sg90: PWM signal</a:t>
            </a:r>
          </a:p>
        </p:txBody>
      </p:sp>
      <p:sp>
        <p:nvSpPr>
          <p:cNvPr id="3" name="Content Placeholder 2">
            <a:extLst>
              <a:ext uri="{FF2B5EF4-FFF2-40B4-BE49-F238E27FC236}">
                <a16:creationId xmlns:a16="http://schemas.microsoft.com/office/drawing/2014/main" id="{A5AAEC81-B62E-F269-D064-313FFDC8866B}"/>
              </a:ext>
            </a:extLst>
          </p:cNvPr>
          <p:cNvSpPr>
            <a:spLocks noGrp="1"/>
          </p:cNvSpPr>
          <p:nvPr>
            <p:ph sz="half" idx="1"/>
          </p:nvPr>
        </p:nvSpPr>
        <p:spPr>
          <a:xfrm>
            <a:off x="1044054" y="1996141"/>
            <a:ext cx="6426300" cy="3951304"/>
          </a:xfrm>
        </p:spPr>
        <p:txBody>
          <a:bodyPr vert="horz" lIns="0" tIns="0" rIns="0" bIns="0" rtlCol="0" anchor="t">
            <a:normAutofit fontScale="92500"/>
          </a:bodyPr>
          <a:lstStyle/>
          <a:p>
            <a:r>
              <a:rPr lang="en-US"/>
              <a:t>Controlled by PWM module 1, generator 3</a:t>
            </a:r>
          </a:p>
          <a:p>
            <a:r>
              <a:rPr lang="en-US"/>
              <a:t>Clock divider: 50MHz/16 = 3.125MHz PWM signal</a:t>
            </a:r>
          </a:p>
          <a:p>
            <a:r>
              <a:rPr lang="en-US"/>
              <a:t>Counts down, high when matching the load value, low when matching the compare value</a:t>
            </a:r>
          </a:p>
          <a:p>
            <a:r>
              <a:rPr lang="en-US"/>
              <a:t>Load Value: Servo is controlled by a 50Hz signal, so 3.125MHz/50Hz = 62500</a:t>
            </a:r>
          </a:p>
          <a:p>
            <a:r>
              <a:rPr lang="en-US"/>
              <a:t>From testing, we found that our servo's duty cycles were 7.5% for 0° rotation, 2.5% for -90°, and 12.5% for +90°</a:t>
            </a:r>
          </a:p>
          <a:p>
            <a:r>
              <a:rPr lang="en-US"/>
              <a:t>Compare value: initially 57800 for 7.5% duty cycle</a:t>
            </a:r>
          </a:p>
          <a:p>
            <a:endParaRPr lang="en-US"/>
          </a:p>
        </p:txBody>
      </p:sp>
      <p:pic>
        <p:nvPicPr>
          <p:cNvPr id="8" name="Content Placeholder 7" descr="A close-up of a blue and white device&#10;&#10;AI-generated content may be incorrect.">
            <a:extLst>
              <a:ext uri="{FF2B5EF4-FFF2-40B4-BE49-F238E27FC236}">
                <a16:creationId xmlns:a16="http://schemas.microsoft.com/office/drawing/2014/main" id="{239DABBF-852D-2D93-A3DF-27419F55E98E}"/>
              </a:ext>
            </a:extLst>
          </p:cNvPr>
          <p:cNvPicPr>
            <a:picLocks noGrp="1" noChangeAspect="1"/>
          </p:cNvPicPr>
          <p:nvPr>
            <p:ph sz="half" idx="2"/>
          </p:nvPr>
        </p:nvPicPr>
        <p:blipFill>
          <a:blip r:embed="rId2"/>
          <a:stretch>
            <a:fillRect/>
          </a:stretch>
        </p:blipFill>
        <p:spPr>
          <a:xfrm>
            <a:off x="7347332" y="2225493"/>
            <a:ext cx="4538951" cy="1867613"/>
          </a:xfrm>
          <a:prstGeom prst="rect">
            <a:avLst/>
          </a:prstGeom>
        </p:spPr>
      </p:pic>
      <p:sp>
        <p:nvSpPr>
          <p:cNvPr id="4" name="Date Placeholder 3">
            <a:extLst>
              <a:ext uri="{FF2B5EF4-FFF2-40B4-BE49-F238E27FC236}">
                <a16:creationId xmlns:a16="http://schemas.microsoft.com/office/drawing/2014/main" id="{3A0DBBC4-7189-8AC9-F57C-EBFB99BFAA16}"/>
              </a:ext>
            </a:extLst>
          </p:cNvPr>
          <p:cNvSpPr>
            <a:spLocks noGrp="1"/>
          </p:cNvSpPr>
          <p:nvPr>
            <p:ph type="dt" sz="half" idx="10"/>
          </p:nvPr>
        </p:nvSpPr>
        <p:spPr/>
        <p:txBody>
          <a:bodyPr/>
          <a:lstStyle/>
          <a:p>
            <a:fld id="{3E09341C-2D27-41F4-9D5C-84924D6CD954}" type="datetime1">
              <a:t>7/7/2025</a:t>
            </a:fld>
            <a:endParaRPr lang="en-US"/>
          </a:p>
        </p:txBody>
      </p:sp>
      <p:sp>
        <p:nvSpPr>
          <p:cNvPr id="5" name="Footer Placeholder 4">
            <a:extLst>
              <a:ext uri="{FF2B5EF4-FFF2-40B4-BE49-F238E27FC236}">
                <a16:creationId xmlns:a16="http://schemas.microsoft.com/office/drawing/2014/main" id="{1DBE9DE9-469C-7FBB-2074-0FE0F28A580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802C822-91CC-7405-7159-2E421B2197EF}"/>
              </a:ext>
            </a:extLst>
          </p:cNvPr>
          <p:cNvSpPr>
            <a:spLocks noGrp="1"/>
          </p:cNvSpPr>
          <p:nvPr>
            <p:ph type="sldNum" sz="quarter" idx="12"/>
          </p:nvPr>
        </p:nvSpPr>
        <p:spPr/>
        <p:txBody>
          <a:bodyPr/>
          <a:lstStyle/>
          <a:p>
            <a:fld id="{017DE1FC-E54A-4B87-A814-263D1E8654B2}" type="slidenum">
              <a:rPr lang="en-US" dirty="0"/>
              <a:t>5</a:t>
            </a:fld>
            <a:endParaRPr lang="en-US"/>
          </a:p>
        </p:txBody>
      </p:sp>
      <p:pic>
        <p:nvPicPr>
          <p:cNvPr id="9" name="Picture 8" descr="A close-up of a sign&#10;&#10;AI-generated content may be incorrect.">
            <a:extLst>
              <a:ext uri="{FF2B5EF4-FFF2-40B4-BE49-F238E27FC236}">
                <a16:creationId xmlns:a16="http://schemas.microsoft.com/office/drawing/2014/main" id="{B6AD8E8C-69F9-D0EA-B406-EEE73AF8D8FA}"/>
              </a:ext>
            </a:extLst>
          </p:cNvPr>
          <p:cNvPicPr>
            <a:picLocks noChangeAspect="1"/>
          </p:cNvPicPr>
          <p:nvPr/>
        </p:nvPicPr>
        <p:blipFill>
          <a:blip r:embed="rId3"/>
          <a:stretch>
            <a:fillRect/>
          </a:stretch>
        </p:blipFill>
        <p:spPr>
          <a:xfrm>
            <a:off x="7888455" y="4629902"/>
            <a:ext cx="3543801" cy="545932"/>
          </a:xfrm>
          <a:prstGeom prst="rect">
            <a:avLst/>
          </a:prstGeom>
        </p:spPr>
      </p:pic>
    </p:spTree>
    <p:extLst>
      <p:ext uri="{BB962C8B-B14F-4D97-AF65-F5344CB8AC3E}">
        <p14:creationId xmlns:p14="http://schemas.microsoft.com/office/powerpoint/2010/main" val="1921699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EF4B6DE-EE1E-386C-FCCC-292E14BA8413}"/>
              </a:ext>
            </a:extLst>
          </p:cNvPr>
          <p:cNvSpPr>
            <a:spLocks noGrp="1"/>
          </p:cNvSpPr>
          <p:nvPr>
            <p:ph type="title"/>
          </p:nvPr>
        </p:nvSpPr>
        <p:spPr>
          <a:xfrm>
            <a:off x="1044054" y="457200"/>
            <a:ext cx="10309745" cy="1233488"/>
          </a:xfrm>
        </p:spPr>
        <p:txBody>
          <a:bodyPr/>
          <a:lstStyle/>
          <a:p>
            <a:r>
              <a:rPr lang="en-US"/>
              <a:t>Controlling the servo</a:t>
            </a:r>
          </a:p>
        </p:txBody>
      </p:sp>
      <p:sp>
        <p:nvSpPr>
          <p:cNvPr id="16" name="Content Placeholder 2">
            <a:extLst>
              <a:ext uri="{FF2B5EF4-FFF2-40B4-BE49-F238E27FC236}">
                <a16:creationId xmlns:a16="http://schemas.microsoft.com/office/drawing/2014/main" id="{007CE42D-CD6C-57E9-932B-C5027AA3DD30}"/>
              </a:ext>
            </a:extLst>
          </p:cNvPr>
          <p:cNvSpPr>
            <a:spLocks noGrp="1"/>
          </p:cNvSpPr>
          <p:nvPr>
            <p:ph sz="half" idx="1"/>
          </p:nvPr>
        </p:nvSpPr>
        <p:spPr>
          <a:xfrm>
            <a:off x="1044054" y="1720720"/>
            <a:ext cx="4975746" cy="4456243"/>
          </a:xfrm>
        </p:spPr>
        <p:txBody>
          <a:bodyPr vert="horz" lIns="0" tIns="0" rIns="0" bIns="0" rtlCol="0" anchor="t">
            <a:normAutofit fontScale="92500" lnSpcReduction="20000"/>
          </a:bodyPr>
          <a:lstStyle/>
          <a:p>
            <a:r>
              <a:rPr lang="en-US"/>
              <a:t>A compare value variable is used that controls the servo's current position</a:t>
            </a:r>
          </a:p>
          <a:p>
            <a:r>
              <a:rPr lang="en-US" err="1"/>
              <a:t>servoRight</a:t>
            </a:r>
            <a:r>
              <a:rPr lang="en-US"/>
              <a:t>(void) increments the compare value by 35, rotating the servo by about 1° right</a:t>
            </a:r>
          </a:p>
          <a:p>
            <a:r>
              <a:rPr lang="en-US" err="1"/>
              <a:t>servoLeft</a:t>
            </a:r>
            <a:r>
              <a:rPr lang="en-US"/>
              <a:t>(void) decrements the compare value by 35, rotating the servo by about 1° left</a:t>
            </a:r>
          </a:p>
          <a:p>
            <a:r>
              <a:rPr lang="en-US" err="1"/>
              <a:t>servoReset</a:t>
            </a:r>
            <a:r>
              <a:rPr lang="en-US"/>
              <a:t>(void) rotates the servo back to the 0° position </a:t>
            </a:r>
          </a:p>
          <a:p>
            <a:r>
              <a:rPr lang="en-US"/>
              <a:t>Push button interrupts were also configured so that the user may manually rotate the solar panel if needed</a:t>
            </a:r>
          </a:p>
          <a:p>
            <a:pPr marL="0" indent="0">
              <a:buNone/>
            </a:pPr>
            <a:endParaRPr lang="en-US"/>
          </a:p>
        </p:txBody>
      </p:sp>
      <p:pic>
        <p:nvPicPr>
          <p:cNvPr id="9" name="Content Placeholder 7" descr="A close-up of a blue and white device&#10;&#10;AI-generated content may be incorrect.">
            <a:extLst>
              <a:ext uri="{FF2B5EF4-FFF2-40B4-BE49-F238E27FC236}">
                <a16:creationId xmlns:a16="http://schemas.microsoft.com/office/drawing/2014/main" id="{BCAEDEA9-75D6-D8FA-BD14-639C7DBF7550}"/>
              </a:ext>
            </a:extLst>
          </p:cNvPr>
          <p:cNvPicPr>
            <a:picLocks noChangeAspect="1"/>
          </p:cNvPicPr>
          <p:nvPr/>
        </p:nvPicPr>
        <p:blipFill>
          <a:blip r:embed="rId2"/>
          <a:stretch>
            <a:fillRect/>
          </a:stretch>
        </p:blipFill>
        <p:spPr>
          <a:xfrm>
            <a:off x="6199742" y="1959360"/>
            <a:ext cx="5181600" cy="2124455"/>
          </a:xfrm>
          <a:prstGeom prst="rect">
            <a:avLst/>
          </a:prstGeom>
          <a:noFill/>
        </p:spPr>
      </p:pic>
      <p:sp>
        <p:nvSpPr>
          <p:cNvPr id="5" name="Date Placeholder 4">
            <a:extLst>
              <a:ext uri="{FF2B5EF4-FFF2-40B4-BE49-F238E27FC236}">
                <a16:creationId xmlns:a16="http://schemas.microsoft.com/office/drawing/2014/main" id="{8026D793-8986-2A75-AC2D-313F33502941}"/>
              </a:ext>
            </a:extLst>
          </p:cNvPr>
          <p:cNvSpPr>
            <a:spLocks noGrp="1"/>
          </p:cNvSpPr>
          <p:nvPr>
            <p:ph type="dt" sz="half" idx="10"/>
          </p:nvPr>
        </p:nvSpPr>
        <p:spPr>
          <a:xfrm>
            <a:off x="7910111" y="6409170"/>
            <a:ext cx="3702392" cy="448830"/>
          </a:xfrm>
        </p:spPr>
        <p:txBody>
          <a:bodyPr anchor="ctr">
            <a:normAutofit/>
          </a:bodyPr>
          <a:lstStyle/>
          <a:p>
            <a:pPr>
              <a:spcAft>
                <a:spcPts val="600"/>
              </a:spcAft>
            </a:pPr>
            <a:fld id="{1097C9DE-E966-4942-BCE7-30163F344D1A}" type="datetime1">
              <a:pPr>
                <a:spcAft>
                  <a:spcPts val="600"/>
                </a:spcAft>
              </a:pPr>
              <a:t>7/7/2025</a:t>
            </a:fld>
            <a:endParaRPr lang="en-US"/>
          </a:p>
        </p:txBody>
      </p:sp>
      <p:sp>
        <p:nvSpPr>
          <p:cNvPr id="6" name="Footer Placeholder 5">
            <a:extLst>
              <a:ext uri="{FF2B5EF4-FFF2-40B4-BE49-F238E27FC236}">
                <a16:creationId xmlns:a16="http://schemas.microsoft.com/office/drawing/2014/main" id="{CD9FD648-2423-4D0F-C0FF-E693EF999480}"/>
              </a:ext>
            </a:extLst>
          </p:cNvPr>
          <p:cNvSpPr>
            <a:spLocks noGrp="1"/>
          </p:cNvSpPr>
          <p:nvPr>
            <p:ph type="ftr" sz="quarter" idx="11"/>
          </p:nvPr>
        </p:nvSpPr>
        <p:spPr>
          <a:xfrm rot="5400000">
            <a:off x="-1828801" y="1912217"/>
            <a:ext cx="4114800" cy="457200"/>
          </a:xfrm>
        </p:spPr>
        <p:txBody>
          <a:bodyPr anchor="ctr">
            <a:normAutofit/>
          </a:bodyPr>
          <a:lstStyle/>
          <a:p>
            <a:pPr>
              <a:spcAft>
                <a:spcPts val="600"/>
              </a:spcAft>
            </a:pPr>
            <a:r>
              <a:rPr lang="en-US"/>
              <a:t>
              </a:t>
            </a:r>
          </a:p>
        </p:txBody>
      </p:sp>
      <p:sp>
        <p:nvSpPr>
          <p:cNvPr id="7" name="Slide Number Placeholder 6">
            <a:extLst>
              <a:ext uri="{FF2B5EF4-FFF2-40B4-BE49-F238E27FC236}">
                <a16:creationId xmlns:a16="http://schemas.microsoft.com/office/drawing/2014/main" id="{54DFA2EB-2B57-DA98-9EBC-D77030466C64}"/>
              </a:ext>
            </a:extLst>
          </p:cNvPr>
          <p:cNvSpPr>
            <a:spLocks noGrp="1"/>
          </p:cNvSpPr>
          <p:nvPr>
            <p:ph type="sldNum" sz="quarter" idx="12"/>
          </p:nvPr>
        </p:nvSpPr>
        <p:spPr>
          <a:xfrm>
            <a:off x="11669678" y="6408742"/>
            <a:ext cx="438652" cy="448830"/>
          </a:xfrm>
        </p:spPr>
        <p:txBody>
          <a:bodyPr anchor="ctr">
            <a:normAutofit/>
          </a:bodyPr>
          <a:lstStyle/>
          <a:p>
            <a:pPr>
              <a:spcAft>
                <a:spcPts val="600"/>
              </a:spcAft>
            </a:pPr>
            <a:fld id="{017DE1FC-E54A-4B87-A814-263D1E8654B2}" type="slidenum">
              <a:rPr lang="en-US" dirty="0"/>
              <a:pPr>
                <a:spcAft>
                  <a:spcPts val="600"/>
                </a:spcAft>
              </a:pPr>
              <a:t>6</a:t>
            </a:fld>
            <a:endParaRPr lang="en-US"/>
          </a:p>
        </p:txBody>
      </p:sp>
    </p:spTree>
    <p:extLst>
      <p:ext uri="{BB962C8B-B14F-4D97-AF65-F5344CB8AC3E}">
        <p14:creationId xmlns:p14="http://schemas.microsoft.com/office/powerpoint/2010/main" val="2549920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49E85-3D2F-E937-FE82-226B09F4726E}"/>
              </a:ext>
            </a:extLst>
          </p:cNvPr>
          <p:cNvSpPr>
            <a:spLocks noGrp="1"/>
          </p:cNvSpPr>
          <p:nvPr>
            <p:ph type="title"/>
          </p:nvPr>
        </p:nvSpPr>
        <p:spPr>
          <a:xfrm>
            <a:off x="943066" y="209320"/>
            <a:ext cx="10309745" cy="1233488"/>
          </a:xfrm>
        </p:spPr>
        <p:txBody>
          <a:bodyPr/>
          <a:lstStyle/>
          <a:p>
            <a:r>
              <a:rPr lang="en-US"/>
              <a:t>Light dependent resistors (LDR)</a:t>
            </a:r>
          </a:p>
        </p:txBody>
      </p:sp>
      <p:sp>
        <p:nvSpPr>
          <p:cNvPr id="3" name="Content Placeholder 2">
            <a:extLst>
              <a:ext uri="{FF2B5EF4-FFF2-40B4-BE49-F238E27FC236}">
                <a16:creationId xmlns:a16="http://schemas.microsoft.com/office/drawing/2014/main" id="{E47BF255-B0A9-78FB-B32A-5BF30C20306C}"/>
              </a:ext>
            </a:extLst>
          </p:cNvPr>
          <p:cNvSpPr>
            <a:spLocks noGrp="1"/>
          </p:cNvSpPr>
          <p:nvPr>
            <p:ph sz="half" idx="1"/>
          </p:nvPr>
        </p:nvSpPr>
        <p:spPr>
          <a:xfrm>
            <a:off x="943066" y="1711539"/>
            <a:ext cx="4975746" cy="4180822"/>
          </a:xfrm>
        </p:spPr>
        <p:txBody>
          <a:bodyPr vert="horz" lIns="0" tIns="0" rIns="0" bIns="0" rtlCol="0" anchor="t">
            <a:normAutofit/>
          </a:bodyPr>
          <a:lstStyle/>
          <a:p>
            <a:r>
              <a:rPr lang="en-US" dirty="0"/>
              <a:t>Resistance changes depending on the amount of light being shined on it</a:t>
            </a:r>
          </a:p>
          <a:p>
            <a:r>
              <a:rPr lang="en-US" dirty="0"/>
              <a:t>More light(lux) = less resistance</a:t>
            </a:r>
          </a:p>
          <a:p>
            <a:r>
              <a:rPr lang="en-US" dirty="0"/>
              <a:t>Overall resistance range: 10lux: 2-5kΩ, 0.2MΩ in darkness, </a:t>
            </a:r>
            <a:r>
              <a:rPr lang="en-US" dirty="0">
                <a:ea typeface="+mn-lt"/>
                <a:cs typeface="+mn-lt"/>
              </a:rPr>
              <a:t>γ = 0.6</a:t>
            </a:r>
          </a:p>
          <a:p>
            <a:r>
              <a:rPr lang="en-US" dirty="0"/>
              <a:t>LDR's are attached to the sides of the solar panel to receive light</a:t>
            </a:r>
          </a:p>
        </p:txBody>
      </p:sp>
      <p:pic>
        <p:nvPicPr>
          <p:cNvPr id="8" name="Content Placeholder 7" descr="How to Use a Photoresistor (or Photocell) - Arduino Tutorial : 4 Steps  (with Pictures) - Instructables">
            <a:extLst>
              <a:ext uri="{FF2B5EF4-FFF2-40B4-BE49-F238E27FC236}">
                <a16:creationId xmlns:a16="http://schemas.microsoft.com/office/drawing/2014/main" id="{DB32BCBC-4956-1EA1-3CD3-0F30432A3527}"/>
              </a:ext>
            </a:extLst>
          </p:cNvPr>
          <p:cNvPicPr>
            <a:picLocks noGrp="1" noChangeAspect="1"/>
          </p:cNvPicPr>
          <p:nvPr>
            <p:ph sz="half" idx="2"/>
          </p:nvPr>
        </p:nvPicPr>
        <p:blipFill>
          <a:blip r:embed="rId2"/>
          <a:stretch>
            <a:fillRect/>
          </a:stretch>
        </p:blipFill>
        <p:spPr>
          <a:xfrm>
            <a:off x="7095014" y="1436117"/>
            <a:ext cx="3152357" cy="2620100"/>
          </a:xfrm>
          <a:prstGeom prst="rect">
            <a:avLst/>
          </a:prstGeom>
        </p:spPr>
      </p:pic>
      <p:sp>
        <p:nvSpPr>
          <p:cNvPr id="5" name="Date Placeholder 4">
            <a:extLst>
              <a:ext uri="{FF2B5EF4-FFF2-40B4-BE49-F238E27FC236}">
                <a16:creationId xmlns:a16="http://schemas.microsoft.com/office/drawing/2014/main" id="{E6C63844-2BBA-6BDA-5E8D-791AB34279E4}"/>
              </a:ext>
            </a:extLst>
          </p:cNvPr>
          <p:cNvSpPr>
            <a:spLocks noGrp="1"/>
          </p:cNvSpPr>
          <p:nvPr>
            <p:ph type="dt" sz="half" idx="10"/>
          </p:nvPr>
        </p:nvSpPr>
        <p:spPr/>
        <p:txBody>
          <a:bodyPr/>
          <a:lstStyle/>
          <a:p>
            <a:fld id="{1EE57733-0CF6-4829-9D06-29A97A741D6F}" type="datetime1">
              <a:rPr lang="en-US"/>
              <a:t>7/7/2025</a:t>
            </a:fld>
            <a:endParaRPr lang="en-US"/>
          </a:p>
        </p:txBody>
      </p:sp>
      <p:sp>
        <p:nvSpPr>
          <p:cNvPr id="6" name="Footer Placeholder 5">
            <a:extLst>
              <a:ext uri="{FF2B5EF4-FFF2-40B4-BE49-F238E27FC236}">
                <a16:creationId xmlns:a16="http://schemas.microsoft.com/office/drawing/2014/main" id="{CDBF11F4-54E5-996C-402E-C8B35060B5F0}"/>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0AD075A-DA27-C705-0BDF-A3F89382CD55}"/>
              </a:ext>
            </a:extLst>
          </p:cNvPr>
          <p:cNvSpPr>
            <a:spLocks noGrp="1"/>
          </p:cNvSpPr>
          <p:nvPr>
            <p:ph type="sldNum" sz="quarter" idx="12"/>
          </p:nvPr>
        </p:nvSpPr>
        <p:spPr/>
        <p:txBody>
          <a:bodyPr/>
          <a:lstStyle/>
          <a:p>
            <a:fld id="{017DE1FC-E54A-4B87-A814-263D1E8654B2}" type="slidenum">
              <a:rPr lang="en-US" dirty="0"/>
              <a:t>7</a:t>
            </a:fld>
            <a:endParaRPr lang="en-US"/>
          </a:p>
        </p:txBody>
      </p:sp>
      <p:pic>
        <p:nvPicPr>
          <p:cNvPr id="4" name="Picture 3" descr="A close up of a filter&#10;&#10;AI-generated content may be incorrect.">
            <a:extLst>
              <a:ext uri="{FF2B5EF4-FFF2-40B4-BE49-F238E27FC236}">
                <a16:creationId xmlns:a16="http://schemas.microsoft.com/office/drawing/2014/main" id="{6F5EA2EF-F417-848C-7DAA-C6D7F556BD1A}"/>
              </a:ext>
            </a:extLst>
          </p:cNvPr>
          <p:cNvPicPr>
            <a:picLocks noChangeAspect="1"/>
          </p:cNvPicPr>
          <p:nvPr/>
        </p:nvPicPr>
        <p:blipFill>
          <a:blip r:embed="rId3"/>
          <a:stretch>
            <a:fillRect/>
          </a:stretch>
        </p:blipFill>
        <p:spPr>
          <a:xfrm>
            <a:off x="7178981" y="4195017"/>
            <a:ext cx="3067050" cy="1809750"/>
          </a:xfrm>
          <a:prstGeom prst="rect">
            <a:avLst/>
          </a:prstGeom>
        </p:spPr>
      </p:pic>
    </p:spTree>
    <p:extLst>
      <p:ext uri="{BB962C8B-B14F-4D97-AF65-F5344CB8AC3E}">
        <p14:creationId xmlns:p14="http://schemas.microsoft.com/office/powerpoint/2010/main" val="82836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AE16-BA51-F9B7-EF8B-ED8E6CA67FFD}"/>
              </a:ext>
            </a:extLst>
          </p:cNvPr>
          <p:cNvSpPr>
            <a:spLocks noGrp="1"/>
          </p:cNvSpPr>
          <p:nvPr>
            <p:ph type="title"/>
          </p:nvPr>
        </p:nvSpPr>
        <p:spPr/>
        <p:txBody>
          <a:bodyPr/>
          <a:lstStyle/>
          <a:p>
            <a:r>
              <a:rPr lang="en-US"/>
              <a:t>Circuit diagram for </a:t>
            </a:r>
            <a:r>
              <a:rPr lang="en-US" err="1"/>
              <a:t>ldr</a:t>
            </a:r>
          </a:p>
        </p:txBody>
      </p:sp>
      <p:sp>
        <p:nvSpPr>
          <p:cNvPr id="3" name="Content Placeholder 2">
            <a:extLst>
              <a:ext uri="{FF2B5EF4-FFF2-40B4-BE49-F238E27FC236}">
                <a16:creationId xmlns:a16="http://schemas.microsoft.com/office/drawing/2014/main" id="{B5BF8C29-0F22-0C20-BF4B-068E2134C52D}"/>
              </a:ext>
            </a:extLst>
          </p:cNvPr>
          <p:cNvSpPr>
            <a:spLocks noGrp="1"/>
          </p:cNvSpPr>
          <p:nvPr>
            <p:ph sz="half" idx="1"/>
          </p:nvPr>
        </p:nvSpPr>
        <p:spPr/>
        <p:txBody>
          <a:bodyPr vert="horz" lIns="0" tIns="0" rIns="0" bIns="0" rtlCol="0" anchor="t">
            <a:normAutofit/>
          </a:bodyPr>
          <a:lstStyle/>
          <a:p>
            <a:r>
              <a:rPr lang="en-US" dirty="0"/>
              <a:t>330Ω resistor in series is used to divide the voltage going across the LDR</a:t>
            </a:r>
          </a:p>
          <a:p>
            <a:r>
              <a:rPr lang="en-US" dirty="0"/>
              <a:t>More light -&gt; less LDR resistance -&gt; more voltage being read by the ADC input channels (AIN1 and AIN2).</a:t>
            </a:r>
          </a:p>
          <a:p>
            <a:r>
              <a:rPr lang="en-US" dirty="0"/>
              <a:t>ADC readings are processed by the MCU</a:t>
            </a:r>
          </a:p>
        </p:txBody>
      </p:sp>
      <p:sp>
        <p:nvSpPr>
          <p:cNvPr id="5" name="Date Placeholder 4">
            <a:extLst>
              <a:ext uri="{FF2B5EF4-FFF2-40B4-BE49-F238E27FC236}">
                <a16:creationId xmlns:a16="http://schemas.microsoft.com/office/drawing/2014/main" id="{93A29A6B-105C-D71F-E70F-AAD674F6DF9C}"/>
              </a:ext>
            </a:extLst>
          </p:cNvPr>
          <p:cNvSpPr>
            <a:spLocks noGrp="1"/>
          </p:cNvSpPr>
          <p:nvPr>
            <p:ph type="dt" sz="half" idx="10"/>
          </p:nvPr>
        </p:nvSpPr>
        <p:spPr/>
        <p:txBody>
          <a:bodyPr/>
          <a:lstStyle/>
          <a:p>
            <a:fld id="{4D9CE4F7-0AED-49B2-852F-39FC597C6C13}" type="datetime1">
              <a:t>7/7/2025</a:t>
            </a:fld>
            <a:endParaRPr lang="en-US"/>
          </a:p>
        </p:txBody>
      </p:sp>
      <p:sp>
        <p:nvSpPr>
          <p:cNvPr id="6" name="Footer Placeholder 5">
            <a:extLst>
              <a:ext uri="{FF2B5EF4-FFF2-40B4-BE49-F238E27FC236}">
                <a16:creationId xmlns:a16="http://schemas.microsoft.com/office/drawing/2014/main" id="{E85D5CB9-C9A6-E0D8-885D-8CE85D5BFA14}"/>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78036901-17BB-03C1-7A4A-494FBED097B9}"/>
              </a:ext>
            </a:extLst>
          </p:cNvPr>
          <p:cNvSpPr>
            <a:spLocks noGrp="1"/>
          </p:cNvSpPr>
          <p:nvPr>
            <p:ph type="sldNum" sz="quarter" idx="12"/>
          </p:nvPr>
        </p:nvSpPr>
        <p:spPr/>
        <p:txBody>
          <a:bodyPr/>
          <a:lstStyle/>
          <a:p>
            <a:fld id="{017DE1FC-E54A-4B87-A814-263D1E8654B2}" type="slidenum">
              <a:rPr lang="en-US" dirty="0"/>
              <a:t>8</a:t>
            </a:fld>
            <a:endParaRPr lang="en-US"/>
          </a:p>
        </p:txBody>
      </p:sp>
      <p:pic>
        <p:nvPicPr>
          <p:cNvPr id="11" name="Content Placeholder 10" descr="A close-up of a diagram&#10;&#10;AI-generated content may be incorrect.">
            <a:extLst>
              <a:ext uri="{FF2B5EF4-FFF2-40B4-BE49-F238E27FC236}">
                <a16:creationId xmlns:a16="http://schemas.microsoft.com/office/drawing/2014/main" id="{7F818B16-D7C9-A72D-F870-21F708997EF6}"/>
              </a:ext>
            </a:extLst>
          </p:cNvPr>
          <p:cNvPicPr>
            <a:picLocks noGrp="1" noChangeAspect="1"/>
          </p:cNvPicPr>
          <p:nvPr>
            <p:ph sz="half" idx="2"/>
          </p:nvPr>
        </p:nvPicPr>
        <p:blipFill>
          <a:blip r:embed="rId2"/>
          <a:stretch>
            <a:fillRect/>
          </a:stretch>
        </p:blipFill>
        <p:spPr>
          <a:xfrm>
            <a:off x="6098754" y="2421645"/>
            <a:ext cx="5567190" cy="1925161"/>
          </a:xfrm>
          <a:prstGeom prst="rect">
            <a:avLst/>
          </a:prstGeom>
        </p:spPr>
      </p:pic>
    </p:spTree>
    <p:extLst>
      <p:ext uri="{BB962C8B-B14F-4D97-AF65-F5344CB8AC3E}">
        <p14:creationId xmlns:p14="http://schemas.microsoft.com/office/powerpoint/2010/main" val="400449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0977-23A1-D819-57CA-9A3E9AE9D6FD}"/>
              </a:ext>
            </a:extLst>
          </p:cNvPr>
          <p:cNvSpPr>
            <a:spLocks noGrp="1"/>
          </p:cNvSpPr>
          <p:nvPr>
            <p:ph type="title"/>
          </p:nvPr>
        </p:nvSpPr>
        <p:spPr>
          <a:xfrm>
            <a:off x="1371600" y="793080"/>
            <a:ext cx="5727519" cy="920873"/>
          </a:xfrm>
        </p:spPr>
        <p:txBody>
          <a:bodyPr>
            <a:normAutofit fontScale="90000"/>
          </a:bodyPr>
          <a:lstStyle/>
          <a:p>
            <a:r>
              <a:rPr lang="en-US" dirty="0"/>
              <a:t>Analog to digital converter (ADC)</a:t>
            </a:r>
          </a:p>
        </p:txBody>
      </p:sp>
      <p:sp>
        <p:nvSpPr>
          <p:cNvPr id="3" name="Content Placeholder 2">
            <a:extLst>
              <a:ext uri="{FF2B5EF4-FFF2-40B4-BE49-F238E27FC236}">
                <a16:creationId xmlns:a16="http://schemas.microsoft.com/office/drawing/2014/main" id="{DBC92BD0-06C7-D28A-CA65-F9F52CF0D23C}"/>
              </a:ext>
            </a:extLst>
          </p:cNvPr>
          <p:cNvSpPr>
            <a:spLocks noGrp="1"/>
          </p:cNvSpPr>
          <p:nvPr>
            <p:ph idx="1"/>
          </p:nvPr>
        </p:nvSpPr>
        <p:spPr/>
        <p:txBody>
          <a:bodyPr vert="horz" lIns="0" tIns="0" rIns="0" bIns="0" rtlCol="0" anchor="t">
            <a:normAutofit fontScale="92500" lnSpcReduction="10000"/>
          </a:bodyPr>
          <a:lstStyle/>
          <a:p>
            <a:r>
              <a:rPr lang="en-US"/>
              <a:t>GPIO ports PE1 (analog channel 2) and PE2 (analog channel 1) are used for voltage readings</a:t>
            </a:r>
          </a:p>
          <a:p>
            <a:r>
              <a:rPr lang="en-US"/>
              <a:t>ADC module 0 sample sequencer 0 takes 2 samples, 1 from each channel about every 100 milliseconds</a:t>
            </a:r>
          </a:p>
          <a:p>
            <a:r>
              <a:rPr lang="en-US"/>
              <a:t>The analog voltages are calculated by the microprocessor  as:  </a:t>
            </a:r>
          </a:p>
          <a:p>
            <a:pPr lvl="1">
              <a:buFont typeface="Courier New" panose="020B0604020202020204" pitchFamily="34" charset="0"/>
              <a:buChar char="o"/>
            </a:pPr>
            <a:r>
              <a:rPr lang="en-US"/>
              <a:t>For our ADC, </a:t>
            </a:r>
            <a:r>
              <a:rPr lang="en-US" err="1"/>
              <a:t>V</a:t>
            </a:r>
            <a:r>
              <a:rPr lang="en-US" baseline="-25000" err="1"/>
              <a:t>ref</a:t>
            </a:r>
            <a:r>
              <a:rPr lang="en-US"/>
              <a:t> = 3.3V, N = 12 bits</a:t>
            </a:r>
            <a:endParaRPr lang="en-US" baseline="-25000"/>
          </a:p>
          <a:p>
            <a:r>
              <a:rPr lang="en-US"/>
              <a:t>Microprocessor software assigns variables to hold the digital and analog results for both readings</a:t>
            </a:r>
          </a:p>
          <a:p>
            <a:pPr marL="0" indent="0">
              <a:buNone/>
            </a:pPr>
            <a:r>
              <a:rPr lang="en-US"/>
              <a:t> </a:t>
            </a:r>
          </a:p>
          <a:p>
            <a:endParaRPr lang="en-US"/>
          </a:p>
        </p:txBody>
      </p:sp>
      <p:sp>
        <p:nvSpPr>
          <p:cNvPr id="5" name="Date Placeholder 4">
            <a:extLst>
              <a:ext uri="{FF2B5EF4-FFF2-40B4-BE49-F238E27FC236}">
                <a16:creationId xmlns:a16="http://schemas.microsoft.com/office/drawing/2014/main" id="{9704CF62-E0B0-1068-138E-9A3AB8322F92}"/>
              </a:ext>
            </a:extLst>
          </p:cNvPr>
          <p:cNvSpPr>
            <a:spLocks noGrp="1"/>
          </p:cNvSpPr>
          <p:nvPr>
            <p:ph type="dt" sz="half" idx="10"/>
          </p:nvPr>
        </p:nvSpPr>
        <p:spPr/>
        <p:txBody>
          <a:bodyPr/>
          <a:lstStyle/>
          <a:p>
            <a:fld id="{CD8816DE-628D-4859-8890-681DEDA92A2D}" type="datetime1">
              <a:t>7/7/2025</a:t>
            </a:fld>
            <a:endParaRPr lang="en-US"/>
          </a:p>
        </p:txBody>
      </p:sp>
      <p:sp>
        <p:nvSpPr>
          <p:cNvPr id="6" name="Footer Placeholder 5">
            <a:extLst>
              <a:ext uri="{FF2B5EF4-FFF2-40B4-BE49-F238E27FC236}">
                <a16:creationId xmlns:a16="http://schemas.microsoft.com/office/drawing/2014/main" id="{835F75F9-4D0D-A773-A376-B79ADB63E1A3}"/>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EA44B39B-7141-280C-DD8D-ED843FDF7801}"/>
              </a:ext>
            </a:extLst>
          </p:cNvPr>
          <p:cNvSpPr>
            <a:spLocks noGrp="1"/>
          </p:cNvSpPr>
          <p:nvPr>
            <p:ph type="sldNum" sz="quarter" idx="12"/>
          </p:nvPr>
        </p:nvSpPr>
        <p:spPr/>
        <p:txBody>
          <a:bodyPr/>
          <a:lstStyle/>
          <a:p>
            <a:fld id="{017DE1FC-E54A-4B87-A814-263D1E8654B2}" type="slidenum">
              <a:rPr lang="en-US" dirty="0"/>
              <a:t>9</a:t>
            </a:fld>
            <a:endParaRPr lang="en-US"/>
          </a:p>
        </p:txBody>
      </p:sp>
      <p:pic>
        <p:nvPicPr>
          <p:cNvPr id="9" name="Picture 8">
            <a:extLst>
              <a:ext uri="{FF2B5EF4-FFF2-40B4-BE49-F238E27FC236}">
                <a16:creationId xmlns:a16="http://schemas.microsoft.com/office/drawing/2014/main" id="{DE0DE340-57FB-4DF1-136A-F1C33CDE4C6D}"/>
              </a:ext>
            </a:extLst>
          </p:cNvPr>
          <p:cNvPicPr>
            <a:picLocks noChangeAspect="1"/>
          </p:cNvPicPr>
          <p:nvPr/>
        </p:nvPicPr>
        <p:blipFill>
          <a:blip r:embed="rId2"/>
          <a:stretch>
            <a:fillRect/>
          </a:stretch>
        </p:blipFill>
        <p:spPr>
          <a:xfrm>
            <a:off x="8371699" y="3429837"/>
            <a:ext cx="2571750" cy="514350"/>
          </a:xfrm>
          <a:prstGeom prst="rect">
            <a:avLst/>
          </a:prstGeom>
        </p:spPr>
      </p:pic>
      <p:pic>
        <p:nvPicPr>
          <p:cNvPr id="4" name="Picture 3" descr="What Is ADC Converter (Analog-to-Digital Converter)?">
            <a:extLst>
              <a:ext uri="{FF2B5EF4-FFF2-40B4-BE49-F238E27FC236}">
                <a16:creationId xmlns:a16="http://schemas.microsoft.com/office/drawing/2014/main" id="{B35F3FD3-8602-0A11-8267-D2A2AF8BBE64}"/>
              </a:ext>
            </a:extLst>
          </p:cNvPr>
          <p:cNvPicPr>
            <a:picLocks noChangeAspect="1"/>
          </p:cNvPicPr>
          <p:nvPr/>
        </p:nvPicPr>
        <p:blipFill>
          <a:blip r:embed="rId3"/>
          <a:stretch>
            <a:fillRect/>
          </a:stretch>
        </p:blipFill>
        <p:spPr>
          <a:xfrm>
            <a:off x="8133407" y="477573"/>
            <a:ext cx="2743200" cy="1543050"/>
          </a:xfrm>
          <a:prstGeom prst="rect">
            <a:avLst/>
          </a:prstGeom>
        </p:spPr>
      </p:pic>
    </p:spTree>
    <p:extLst>
      <p:ext uri="{BB962C8B-B14F-4D97-AF65-F5344CB8AC3E}">
        <p14:creationId xmlns:p14="http://schemas.microsoft.com/office/powerpoint/2010/main" val="191638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DD32D218-D024-0F73-D38E-048CF54E8516}"/>
              </a:ext>
            </a:extLst>
          </p:cNvPr>
          <p:cNvSpPr>
            <a:spLocks noGrp="1"/>
          </p:cNvSpPr>
          <p:nvPr>
            <p:ph type="title"/>
          </p:nvPr>
        </p:nvSpPr>
        <p:spPr>
          <a:xfrm>
            <a:off x="1044054" y="457200"/>
            <a:ext cx="10309745" cy="1233488"/>
          </a:xfrm>
        </p:spPr>
        <p:txBody>
          <a:bodyPr/>
          <a:lstStyle/>
          <a:p>
            <a:r>
              <a:rPr lang="en-US"/>
              <a:t>Sun tracker structure</a:t>
            </a:r>
          </a:p>
        </p:txBody>
      </p:sp>
      <p:sp>
        <p:nvSpPr>
          <p:cNvPr id="26" name="Content Placeholder 3">
            <a:extLst>
              <a:ext uri="{FF2B5EF4-FFF2-40B4-BE49-F238E27FC236}">
                <a16:creationId xmlns:a16="http://schemas.microsoft.com/office/drawing/2014/main" id="{DFEBB308-6152-51DD-6A1E-80329EF489F9}"/>
              </a:ext>
            </a:extLst>
          </p:cNvPr>
          <p:cNvSpPr>
            <a:spLocks noGrp="1"/>
          </p:cNvSpPr>
          <p:nvPr>
            <p:ph sz="half" idx="2"/>
          </p:nvPr>
        </p:nvSpPr>
        <p:spPr>
          <a:xfrm>
            <a:off x="1232971" y="1803346"/>
            <a:ext cx="5181600" cy="4180822"/>
          </a:xfrm>
        </p:spPr>
        <p:txBody>
          <a:bodyPr vert="horz" lIns="0" tIns="0" rIns="0" bIns="0" rtlCol="0" anchor="t">
            <a:normAutofit/>
          </a:bodyPr>
          <a:lstStyle/>
          <a:p>
            <a:r>
              <a:rPr lang="en-US" dirty="0"/>
              <a:t>Servo is attached with a screw onto a cardboard "arm" which is attached to the solar panel, allowing the solar panel to swing left and right as the servo rotates</a:t>
            </a:r>
          </a:p>
          <a:p>
            <a:r>
              <a:rPr lang="en-US" dirty="0"/>
              <a:t>LDRs are taped to the sides of the solar panel. Long wires were soldered to the ends and connected to the baseboard as shown in the previous circuit diagram</a:t>
            </a:r>
          </a:p>
          <a:p>
            <a:r>
              <a:rPr lang="en-US" dirty="0"/>
              <a:t>Servo is wired to J5 of the Edu base board, connecting to the MCU's PWM signal</a:t>
            </a:r>
          </a:p>
          <a:p>
            <a:endParaRPr lang="en-US"/>
          </a:p>
        </p:txBody>
      </p:sp>
      <p:sp>
        <p:nvSpPr>
          <p:cNvPr id="4" name="Date Placeholder 3">
            <a:extLst>
              <a:ext uri="{FF2B5EF4-FFF2-40B4-BE49-F238E27FC236}">
                <a16:creationId xmlns:a16="http://schemas.microsoft.com/office/drawing/2014/main" id="{18F5D2AD-70BF-CFB2-3417-CF16401A2BB5}"/>
              </a:ext>
            </a:extLst>
          </p:cNvPr>
          <p:cNvSpPr>
            <a:spLocks noGrp="1"/>
          </p:cNvSpPr>
          <p:nvPr>
            <p:ph type="dt" sz="half" idx="10"/>
          </p:nvPr>
        </p:nvSpPr>
        <p:spPr>
          <a:xfrm>
            <a:off x="7910111" y="6409170"/>
            <a:ext cx="3702392" cy="448830"/>
          </a:xfrm>
        </p:spPr>
        <p:txBody>
          <a:bodyPr anchor="ctr">
            <a:normAutofit/>
          </a:bodyPr>
          <a:lstStyle/>
          <a:p>
            <a:pPr>
              <a:spcAft>
                <a:spcPts val="600"/>
              </a:spcAft>
            </a:pPr>
            <a:fld id="{FBFE6A89-3269-4078-8B23-55960B1B1FC9}" type="datetime1">
              <a:rPr lang="en-US"/>
              <a:pPr>
                <a:spcAft>
                  <a:spcPts val="600"/>
                </a:spcAft>
              </a:pPr>
              <a:t>7/7/2025</a:t>
            </a:fld>
            <a:endParaRPr lang="en-US"/>
          </a:p>
        </p:txBody>
      </p:sp>
      <p:sp>
        <p:nvSpPr>
          <p:cNvPr id="5" name="Footer Placeholder 4">
            <a:extLst>
              <a:ext uri="{FF2B5EF4-FFF2-40B4-BE49-F238E27FC236}">
                <a16:creationId xmlns:a16="http://schemas.microsoft.com/office/drawing/2014/main" id="{380546FF-E236-1E20-131D-76F29CBD2E73}"/>
              </a:ext>
            </a:extLst>
          </p:cNvPr>
          <p:cNvSpPr>
            <a:spLocks noGrp="1"/>
          </p:cNvSpPr>
          <p:nvPr>
            <p:ph type="ftr" sz="quarter" idx="11"/>
          </p:nvPr>
        </p:nvSpPr>
        <p:spPr>
          <a:xfrm rot="5400000">
            <a:off x="-1828801" y="1912217"/>
            <a:ext cx="4114800" cy="457200"/>
          </a:xfrm>
        </p:spPr>
        <p:txBody>
          <a:bodyPr anchor="ctr">
            <a:normAutofit/>
          </a:bodyPr>
          <a:lstStyle/>
          <a:p>
            <a:pPr>
              <a:spcAft>
                <a:spcPts val="600"/>
              </a:spcAft>
            </a:pPr>
            <a:r>
              <a:rPr lang="en-US"/>
              <a:t>
              </a:t>
            </a:r>
          </a:p>
        </p:txBody>
      </p:sp>
      <p:sp>
        <p:nvSpPr>
          <p:cNvPr id="6" name="Slide Number Placeholder 5">
            <a:extLst>
              <a:ext uri="{FF2B5EF4-FFF2-40B4-BE49-F238E27FC236}">
                <a16:creationId xmlns:a16="http://schemas.microsoft.com/office/drawing/2014/main" id="{67A37228-0E84-A0CF-881E-7A6FAC28D227}"/>
              </a:ext>
            </a:extLst>
          </p:cNvPr>
          <p:cNvSpPr>
            <a:spLocks noGrp="1"/>
          </p:cNvSpPr>
          <p:nvPr>
            <p:ph type="sldNum" sz="quarter" idx="12"/>
          </p:nvPr>
        </p:nvSpPr>
        <p:spPr>
          <a:xfrm>
            <a:off x="11669678" y="6408742"/>
            <a:ext cx="438652" cy="448830"/>
          </a:xfrm>
        </p:spPr>
        <p:txBody>
          <a:bodyPr anchor="ctr">
            <a:normAutofit/>
          </a:bodyPr>
          <a:lstStyle/>
          <a:p>
            <a:pPr>
              <a:spcAft>
                <a:spcPts val="600"/>
              </a:spcAft>
            </a:pPr>
            <a:fld id="{017DE1FC-E54A-4B87-A814-263D1E8654B2}" type="slidenum">
              <a:rPr lang="en-US" dirty="0"/>
              <a:pPr>
                <a:spcAft>
                  <a:spcPts val="600"/>
                </a:spcAft>
              </a:pPr>
              <a:t>10</a:t>
            </a:fld>
            <a:endParaRPr lang="en-US"/>
          </a:p>
        </p:txBody>
      </p:sp>
      <p:pic>
        <p:nvPicPr>
          <p:cNvPr id="15" name="Picture 14" descr="A diagram of a solar panel&#10;&#10;AI-generated content may be incorrect.">
            <a:extLst>
              <a:ext uri="{FF2B5EF4-FFF2-40B4-BE49-F238E27FC236}">
                <a16:creationId xmlns:a16="http://schemas.microsoft.com/office/drawing/2014/main" id="{5F9BDB62-4D9B-2FB3-8326-EB2C56AC437A}"/>
              </a:ext>
            </a:extLst>
          </p:cNvPr>
          <p:cNvPicPr>
            <a:picLocks noChangeAspect="1"/>
          </p:cNvPicPr>
          <p:nvPr/>
        </p:nvPicPr>
        <p:blipFill>
          <a:blip r:embed="rId2"/>
          <a:stretch>
            <a:fillRect/>
          </a:stretch>
        </p:blipFill>
        <p:spPr>
          <a:xfrm>
            <a:off x="6688806" y="2294774"/>
            <a:ext cx="4810125" cy="2809875"/>
          </a:xfrm>
          <a:prstGeom prst="rect">
            <a:avLst/>
          </a:prstGeom>
        </p:spPr>
      </p:pic>
    </p:spTree>
    <p:extLst>
      <p:ext uri="{BB962C8B-B14F-4D97-AF65-F5344CB8AC3E}">
        <p14:creationId xmlns:p14="http://schemas.microsoft.com/office/powerpoint/2010/main" val="2721431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E9C4-3182-3D84-67FC-A16FAC9F4ADF}"/>
              </a:ext>
            </a:extLst>
          </p:cNvPr>
          <p:cNvSpPr>
            <a:spLocks noGrp="1"/>
          </p:cNvSpPr>
          <p:nvPr>
            <p:ph type="title"/>
          </p:nvPr>
        </p:nvSpPr>
        <p:spPr>
          <a:xfrm>
            <a:off x="976829" y="86164"/>
            <a:ext cx="10240903" cy="1233488"/>
          </a:xfrm>
        </p:spPr>
        <p:txBody>
          <a:bodyPr/>
          <a:lstStyle/>
          <a:p>
            <a:r>
              <a:rPr lang="en-US"/>
              <a:t>Putting it all together</a:t>
            </a:r>
          </a:p>
        </p:txBody>
      </p:sp>
      <p:sp>
        <p:nvSpPr>
          <p:cNvPr id="3" name="Content Placeholder 2">
            <a:extLst>
              <a:ext uri="{FF2B5EF4-FFF2-40B4-BE49-F238E27FC236}">
                <a16:creationId xmlns:a16="http://schemas.microsoft.com/office/drawing/2014/main" id="{B4094D6D-E28C-DE56-A556-E001E03E88CE}"/>
              </a:ext>
            </a:extLst>
          </p:cNvPr>
          <p:cNvSpPr>
            <a:spLocks noGrp="1"/>
          </p:cNvSpPr>
          <p:nvPr>
            <p:ph idx="1"/>
          </p:nvPr>
        </p:nvSpPr>
        <p:spPr>
          <a:xfrm>
            <a:off x="1050275" y="1453927"/>
            <a:ext cx="10240903" cy="3956179"/>
          </a:xfrm>
        </p:spPr>
        <p:txBody>
          <a:bodyPr vert="horz" lIns="0" tIns="0" rIns="0" bIns="0" rtlCol="0" anchor="t">
            <a:normAutofit fontScale="92500" lnSpcReduction="20000"/>
          </a:bodyPr>
          <a:lstStyle/>
          <a:p>
            <a:pPr marL="457200" indent="-457200">
              <a:buAutoNum type="arabicPeriod"/>
            </a:pPr>
            <a:r>
              <a:rPr lang="en-US" dirty="0"/>
              <a:t>ADC obtains 2 digital values from sampling each LDR circuit, microprocessor software converts these to analog readings.</a:t>
            </a:r>
          </a:p>
          <a:p>
            <a:pPr marL="457200" indent="-457200">
              <a:buAutoNum type="arabicPeriod"/>
            </a:pPr>
            <a:r>
              <a:rPr lang="en-US" dirty="0"/>
              <a:t>The difference between these readings is calculated. If the difference is greater than 0.15V, the microprocessor checks which reading is larger. If the difference is not more than 0.15V, the servo is not rotated.</a:t>
            </a:r>
          </a:p>
          <a:p>
            <a:pPr marL="457200" indent="-457200">
              <a:buAutoNum type="arabicPeriod"/>
            </a:pPr>
            <a:r>
              <a:rPr lang="en-US" dirty="0"/>
              <a:t>Either the </a:t>
            </a:r>
            <a:r>
              <a:rPr lang="en-US" dirty="0" err="1"/>
              <a:t>servoLeft</a:t>
            </a:r>
            <a:r>
              <a:rPr lang="en-US" dirty="0"/>
              <a:t>(void) or </a:t>
            </a:r>
            <a:r>
              <a:rPr lang="en-US" dirty="0" err="1"/>
              <a:t>servoRight</a:t>
            </a:r>
            <a:r>
              <a:rPr lang="en-US" dirty="0"/>
              <a:t>(void) function is called to rotate the solar panel about 1° towards the LDR being exposed to more light</a:t>
            </a:r>
          </a:p>
          <a:p>
            <a:pPr marL="457200" indent="-457200">
              <a:buAutoNum type="arabicPeriod"/>
            </a:pPr>
            <a:r>
              <a:rPr lang="en-US" dirty="0"/>
              <a:t>Wait 100ms and repeat</a:t>
            </a:r>
          </a:p>
          <a:p>
            <a:pPr marL="457200" indent="-457200">
              <a:buAutoNum type="arabicPeriod"/>
            </a:pPr>
            <a:endParaRPr lang="en-US"/>
          </a:p>
          <a:p>
            <a:pPr marL="0" indent="0">
              <a:buNone/>
            </a:pPr>
            <a:r>
              <a:rPr lang="en-US" dirty="0"/>
              <a:t>- Through trial and error, 0.15V was the difference value we found that made the light tracker respond to light but not be overly sensitive.</a:t>
            </a:r>
          </a:p>
          <a:p>
            <a:pPr marL="0" indent="0">
              <a:buNone/>
            </a:pPr>
            <a:endParaRPr lang="en-US"/>
          </a:p>
        </p:txBody>
      </p:sp>
      <p:sp>
        <p:nvSpPr>
          <p:cNvPr id="4" name="Date Placeholder 3">
            <a:extLst>
              <a:ext uri="{FF2B5EF4-FFF2-40B4-BE49-F238E27FC236}">
                <a16:creationId xmlns:a16="http://schemas.microsoft.com/office/drawing/2014/main" id="{92A2C1E8-6DE0-40D7-CA6E-384F4A731518}"/>
              </a:ext>
            </a:extLst>
          </p:cNvPr>
          <p:cNvSpPr>
            <a:spLocks noGrp="1"/>
          </p:cNvSpPr>
          <p:nvPr>
            <p:ph type="dt" sz="half" idx="10"/>
          </p:nvPr>
        </p:nvSpPr>
        <p:spPr/>
        <p:txBody>
          <a:bodyPr/>
          <a:lstStyle/>
          <a:p>
            <a:fld id="{5983853E-EF63-42E0-AD1E-43790C042236}" type="datetime1">
              <a:t>7/7/2025</a:t>
            </a:fld>
            <a:endParaRPr lang="en-US"/>
          </a:p>
        </p:txBody>
      </p:sp>
      <p:sp>
        <p:nvSpPr>
          <p:cNvPr id="5" name="Footer Placeholder 4">
            <a:extLst>
              <a:ext uri="{FF2B5EF4-FFF2-40B4-BE49-F238E27FC236}">
                <a16:creationId xmlns:a16="http://schemas.microsoft.com/office/drawing/2014/main" id="{DEC48128-74A7-2C9D-C4DC-84FC3D992A0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2D6A42D-BF2A-FF93-6762-E2D22F042918}"/>
              </a:ext>
            </a:extLst>
          </p:cNvPr>
          <p:cNvSpPr>
            <a:spLocks noGrp="1"/>
          </p:cNvSpPr>
          <p:nvPr>
            <p:ph type="sldNum" sz="quarter" idx="12"/>
          </p:nvPr>
        </p:nvSpPr>
        <p:spPr/>
        <p:txBody>
          <a:bodyPr/>
          <a:lstStyle/>
          <a:p>
            <a:fld id="{017DE1FC-E54A-4B87-A814-263D1E8654B2}" type="slidenum">
              <a:rPr lang="en-US" dirty="0"/>
              <a:t>11</a:t>
            </a:fld>
            <a:endParaRPr lang="en-US"/>
          </a:p>
        </p:txBody>
      </p:sp>
    </p:spTree>
    <p:extLst>
      <p:ext uri="{BB962C8B-B14F-4D97-AF65-F5344CB8AC3E}">
        <p14:creationId xmlns:p14="http://schemas.microsoft.com/office/powerpoint/2010/main" val="1992258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BDD3-95E8-E2A2-F73F-B1A1C84E62F6}"/>
              </a:ext>
            </a:extLst>
          </p:cNvPr>
          <p:cNvSpPr>
            <a:spLocks noGrp="1"/>
          </p:cNvSpPr>
          <p:nvPr>
            <p:ph type="title"/>
          </p:nvPr>
        </p:nvSpPr>
        <p:spPr/>
        <p:txBody>
          <a:bodyPr/>
          <a:lstStyle/>
          <a:p>
            <a:r>
              <a:rPr lang="en-US"/>
              <a:t>Future improvements?</a:t>
            </a:r>
          </a:p>
        </p:txBody>
      </p:sp>
      <p:sp>
        <p:nvSpPr>
          <p:cNvPr id="3" name="Content Placeholder 2">
            <a:extLst>
              <a:ext uri="{FF2B5EF4-FFF2-40B4-BE49-F238E27FC236}">
                <a16:creationId xmlns:a16="http://schemas.microsoft.com/office/drawing/2014/main" id="{CAE5FAD0-6C0B-D2C0-3508-761694AE2A1D}"/>
              </a:ext>
            </a:extLst>
          </p:cNvPr>
          <p:cNvSpPr>
            <a:spLocks noGrp="1"/>
          </p:cNvSpPr>
          <p:nvPr>
            <p:ph idx="1"/>
          </p:nvPr>
        </p:nvSpPr>
        <p:spPr/>
        <p:txBody>
          <a:bodyPr vert="horz" lIns="0" tIns="0" rIns="0" bIns="0" rtlCol="0" anchor="t">
            <a:normAutofit/>
          </a:bodyPr>
          <a:lstStyle/>
          <a:p>
            <a:r>
              <a:rPr lang="en-US"/>
              <a:t>Use stronger material than cardboard to build the rotating arm. Wood or 3D printed plastic would make the screw attachment with the servo less prone to coming loose. The overall design would be more sturdy and easier to transport.</a:t>
            </a:r>
          </a:p>
          <a:p>
            <a:r>
              <a:rPr lang="en-US"/>
              <a:t>The base board LCD could be used to display the current ADC readings, push button to swap between LDR1 and LDR2 readings</a:t>
            </a:r>
          </a:p>
          <a:p>
            <a:r>
              <a:rPr lang="en-US"/>
              <a:t>Connect the solar panel wires to a chargeable battery/power supply.</a:t>
            </a:r>
          </a:p>
          <a:p>
            <a:pPr marL="0" indent="0">
              <a:buNone/>
            </a:pPr>
            <a:endParaRPr lang="en-US"/>
          </a:p>
          <a:p>
            <a:endParaRPr lang="en-US"/>
          </a:p>
        </p:txBody>
      </p:sp>
      <p:sp>
        <p:nvSpPr>
          <p:cNvPr id="5" name="Date Placeholder 4">
            <a:extLst>
              <a:ext uri="{FF2B5EF4-FFF2-40B4-BE49-F238E27FC236}">
                <a16:creationId xmlns:a16="http://schemas.microsoft.com/office/drawing/2014/main" id="{67915884-025B-69CF-F212-78BA7B8840A6}"/>
              </a:ext>
            </a:extLst>
          </p:cNvPr>
          <p:cNvSpPr>
            <a:spLocks noGrp="1"/>
          </p:cNvSpPr>
          <p:nvPr>
            <p:ph type="dt" sz="half" idx="10"/>
          </p:nvPr>
        </p:nvSpPr>
        <p:spPr/>
        <p:txBody>
          <a:bodyPr/>
          <a:lstStyle/>
          <a:p>
            <a:fld id="{3C94F8BC-2554-4392-A875-2E0704FDE5D9}" type="datetime1">
              <a:t>7/7/2025</a:t>
            </a:fld>
            <a:endParaRPr lang="en-US"/>
          </a:p>
        </p:txBody>
      </p:sp>
      <p:sp>
        <p:nvSpPr>
          <p:cNvPr id="6" name="Footer Placeholder 5">
            <a:extLst>
              <a:ext uri="{FF2B5EF4-FFF2-40B4-BE49-F238E27FC236}">
                <a16:creationId xmlns:a16="http://schemas.microsoft.com/office/drawing/2014/main" id="{A1EDB765-FC4B-AF7A-D83F-B3B44D0ED34E}"/>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8D1CC4C-EA5B-B00B-8FED-5E2DF3CF7A30}"/>
              </a:ext>
            </a:extLst>
          </p:cNvPr>
          <p:cNvSpPr>
            <a:spLocks noGrp="1"/>
          </p:cNvSpPr>
          <p:nvPr>
            <p:ph type="sldNum" sz="quarter" idx="12"/>
          </p:nvPr>
        </p:nvSpPr>
        <p:spPr/>
        <p:txBody>
          <a:bodyPr/>
          <a:lstStyle/>
          <a:p>
            <a:fld id="{017DE1FC-E54A-4B87-A814-263D1E8654B2}" type="slidenum">
              <a:rPr lang="en-US" dirty="0"/>
              <a:t>12</a:t>
            </a:fld>
            <a:endParaRPr lang="en-US"/>
          </a:p>
        </p:txBody>
      </p:sp>
    </p:spTree>
    <p:extLst>
      <p:ext uri="{BB962C8B-B14F-4D97-AF65-F5344CB8AC3E}">
        <p14:creationId xmlns:p14="http://schemas.microsoft.com/office/powerpoint/2010/main" val="41660676"/>
      </p:ext>
    </p:extLst>
  </p:cSld>
  <p:clrMapOvr>
    <a:masterClrMapping/>
  </p:clrMapOvr>
</p:sld>
</file>

<file path=ppt/theme/theme1.xml><?xml version="1.0" encoding="utf-8"?>
<a:theme xmlns:a="http://schemas.openxmlformats.org/drawingml/2006/main" name="GradientRiseVTI">
  <a:themeElements>
    <a:clrScheme name="GradientRiseVTI">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VTI">
      <a:majorFont>
        <a:latin typeface="Avenir Next LT Pro"/>
        <a:ea typeface=""/>
        <a:cs typeface=""/>
      </a:majorFont>
      <a:minorFont>
        <a:latin typeface="Avenir Next LT Pro Light"/>
        <a:ea typeface=""/>
        <a:cs typeface=""/>
      </a:minorFont>
    </a:fontScheme>
    <a:fmtScheme name="GradientRi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13C68A69-E745-489A-84EC-B7BCE4AA380B}" vid="{9CF7857A-9412-4E45-AB0D-6EAA5A7DC4C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824</Words>
  <Application>Microsoft Office PowerPoint</Application>
  <PresentationFormat>Widescreen</PresentationFormat>
  <Paragraphs>96</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GradientRiseVTI</vt:lpstr>
      <vt:lpstr>Sun Tracking Solar Panel</vt:lpstr>
      <vt:lpstr>Objectives</vt:lpstr>
      <vt:lpstr>Materials</vt:lpstr>
      <vt:lpstr>Block diagram</vt:lpstr>
      <vt:lpstr>Servo Motor sg90: PWM signal</vt:lpstr>
      <vt:lpstr>Controlling the servo</vt:lpstr>
      <vt:lpstr>Light dependent resistors (LDR)</vt:lpstr>
      <vt:lpstr>Circuit diagram for ldr</vt:lpstr>
      <vt:lpstr>Analog to digital converter (ADC)</vt:lpstr>
      <vt:lpstr>Sun tracker structure</vt:lpstr>
      <vt:lpstr>Putting it all together</vt:lpstr>
      <vt:lpstr>Future improvements?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 Tracking Solar Panel</dc:title>
  <dc:creator/>
  <cp:lastModifiedBy>Patel, Prachi</cp:lastModifiedBy>
  <cp:revision>49</cp:revision>
  <dcterms:created xsi:type="dcterms:W3CDTF">2025-07-02T20:46:27Z</dcterms:created>
  <dcterms:modified xsi:type="dcterms:W3CDTF">2025-07-08T04:35:16Z</dcterms:modified>
</cp:coreProperties>
</file>